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634" autoAdjust="0"/>
    <p:restoredTop sz="62458" autoAdjust="0"/>
  </p:normalViewPr>
  <p:slideViewPr>
    <p:cSldViewPr snapToGrid="0">
      <p:cViewPr varScale="1">
        <p:scale>
          <a:sx n="100" d="100"/>
          <a:sy n="100" d="100"/>
        </p:scale>
        <p:origin x="342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96652C-8662-4EF3-9F90-91EAA1A7DCE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B47FCC-F613-4E8D-82B1-1E8CF67E6E72}">
      <dgm:prSet/>
      <dgm:spPr/>
      <dgm:t>
        <a:bodyPr/>
        <a:lstStyle/>
        <a:p>
          <a:r>
            <a:rPr lang="en-US" i="0" baseline="0"/>
            <a:t>As LLM-generated text becomes increasingly human-like, distinguishing it from human writing is critical.</a:t>
          </a:r>
          <a:endParaRPr lang="en-US"/>
        </a:p>
      </dgm:t>
    </dgm:pt>
    <dgm:pt modelId="{7535741D-C7B1-46E6-8FC8-7DFDFDB18137}" type="parTrans" cxnId="{E0E83776-E63A-42C4-A323-7A46B754372A}">
      <dgm:prSet/>
      <dgm:spPr/>
      <dgm:t>
        <a:bodyPr/>
        <a:lstStyle/>
        <a:p>
          <a:endParaRPr lang="en-US"/>
        </a:p>
      </dgm:t>
    </dgm:pt>
    <dgm:pt modelId="{CBBFB739-D8DC-4461-8466-98355438FF89}" type="sibTrans" cxnId="{E0E83776-E63A-42C4-A323-7A46B754372A}">
      <dgm:prSet/>
      <dgm:spPr/>
      <dgm:t>
        <a:bodyPr/>
        <a:lstStyle/>
        <a:p>
          <a:endParaRPr lang="en-US"/>
        </a:p>
      </dgm:t>
    </dgm:pt>
    <dgm:pt modelId="{C4DFB993-1FB1-4007-8B9D-D03ED942B3D5}">
      <dgm:prSet/>
      <dgm:spPr/>
      <dgm:t>
        <a:bodyPr/>
        <a:lstStyle/>
        <a:p>
          <a:r>
            <a:rPr lang="en-US" i="0" baseline="0" dirty="0"/>
            <a:t>Existing detectors</a:t>
          </a:r>
          <a:endParaRPr lang="en-US" dirty="0"/>
        </a:p>
      </dgm:t>
    </dgm:pt>
    <dgm:pt modelId="{2023BBFC-E332-4347-84C2-F2709E4B22C5}" type="parTrans" cxnId="{F14FC9EB-4AFC-4E05-9AC8-4075B85B43D4}">
      <dgm:prSet/>
      <dgm:spPr/>
      <dgm:t>
        <a:bodyPr/>
        <a:lstStyle/>
        <a:p>
          <a:endParaRPr lang="en-US"/>
        </a:p>
      </dgm:t>
    </dgm:pt>
    <dgm:pt modelId="{0DC3D9F1-3DDE-4F98-B041-B98B994C87AE}" type="sibTrans" cxnId="{F14FC9EB-4AFC-4E05-9AC8-4075B85B43D4}">
      <dgm:prSet/>
      <dgm:spPr/>
      <dgm:t>
        <a:bodyPr/>
        <a:lstStyle/>
        <a:p>
          <a:endParaRPr lang="en-US"/>
        </a:p>
      </dgm:t>
    </dgm:pt>
    <dgm:pt modelId="{CFE82860-2D88-430D-9DD3-324F9EE0E765}">
      <dgm:prSet/>
      <dgm:spPr/>
      <dgm:t>
        <a:bodyPr/>
        <a:lstStyle/>
        <a:p>
          <a:r>
            <a:rPr lang="en-US" i="0" baseline="0" dirty="0"/>
            <a:t>Require model-specific training data or access to the generator,</a:t>
          </a:r>
          <a:endParaRPr lang="en-US" dirty="0"/>
        </a:p>
      </dgm:t>
    </dgm:pt>
    <dgm:pt modelId="{A581AC64-1796-4D1D-9F04-B1CFF4BA2158}" type="parTrans" cxnId="{21FC5C2A-AFFB-4E3F-9152-144218DC55DA}">
      <dgm:prSet/>
      <dgm:spPr/>
      <dgm:t>
        <a:bodyPr/>
        <a:lstStyle/>
        <a:p>
          <a:endParaRPr lang="en-US"/>
        </a:p>
      </dgm:t>
    </dgm:pt>
    <dgm:pt modelId="{62C843EB-6ACD-4A62-B5A4-1F358D4336CA}" type="sibTrans" cxnId="{21FC5C2A-AFFB-4E3F-9152-144218DC55DA}">
      <dgm:prSet/>
      <dgm:spPr/>
      <dgm:t>
        <a:bodyPr/>
        <a:lstStyle/>
        <a:p>
          <a:endParaRPr lang="en-US"/>
        </a:p>
      </dgm:t>
    </dgm:pt>
    <dgm:pt modelId="{BD9F8057-166E-4A2B-BF3A-65B45540B4D0}">
      <dgm:prSet/>
      <dgm:spPr/>
      <dgm:t>
        <a:bodyPr/>
        <a:lstStyle/>
        <a:p>
          <a:r>
            <a:rPr lang="en-US" i="0" baseline="0" dirty="0"/>
            <a:t>Struggle to generalize across domains, models, and languages.</a:t>
          </a:r>
          <a:endParaRPr lang="en-US" dirty="0"/>
        </a:p>
      </dgm:t>
    </dgm:pt>
    <dgm:pt modelId="{94151ACC-3869-474A-B5A3-EC7C93C1C212}" type="parTrans" cxnId="{757F467C-056B-41A6-BE33-D6164C0553CA}">
      <dgm:prSet/>
      <dgm:spPr/>
      <dgm:t>
        <a:bodyPr/>
        <a:lstStyle/>
        <a:p>
          <a:endParaRPr lang="en-US"/>
        </a:p>
      </dgm:t>
    </dgm:pt>
    <dgm:pt modelId="{371399CB-AD48-461C-8BFF-2388F85D6E52}" type="sibTrans" cxnId="{757F467C-056B-41A6-BE33-D6164C0553CA}">
      <dgm:prSet/>
      <dgm:spPr/>
      <dgm:t>
        <a:bodyPr/>
        <a:lstStyle/>
        <a:p>
          <a:endParaRPr lang="en-US"/>
        </a:p>
      </dgm:t>
    </dgm:pt>
    <dgm:pt modelId="{60812841-1EDF-4C69-BD15-C789D19E3A42}">
      <dgm:prSet/>
      <dgm:spPr/>
      <dgm:t>
        <a:bodyPr/>
        <a:lstStyle/>
        <a:p>
          <a:r>
            <a:rPr lang="en-US" i="0" baseline="0" dirty="0"/>
            <a:t>Binoculars (Hans et al., 2024) proposes a zero-shot, training-free detection method using two related LLMs.</a:t>
          </a:r>
          <a:endParaRPr lang="en-US" dirty="0"/>
        </a:p>
      </dgm:t>
    </dgm:pt>
    <dgm:pt modelId="{7DB30A05-7757-48D2-99EE-4499D55CE8AE}" type="parTrans" cxnId="{B4F1B836-AFF3-453A-AC0F-C8F125EB8F0C}">
      <dgm:prSet/>
      <dgm:spPr/>
      <dgm:t>
        <a:bodyPr/>
        <a:lstStyle/>
        <a:p>
          <a:endParaRPr lang="en-US"/>
        </a:p>
      </dgm:t>
    </dgm:pt>
    <dgm:pt modelId="{E36CC128-8264-4B66-9939-1E1E1B22CE4C}" type="sibTrans" cxnId="{B4F1B836-AFF3-453A-AC0F-C8F125EB8F0C}">
      <dgm:prSet/>
      <dgm:spPr/>
      <dgm:t>
        <a:bodyPr/>
        <a:lstStyle/>
        <a:p>
          <a:endParaRPr lang="en-US"/>
        </a:p>
      </dgm:t>
    </dgm:pt>
    <dgm:pt modelId="{7242173A-7736-4200-BE8A-8087DB43C426}" type="pres">
      <dgm:prSet presAssocID="{6396652C-8662-4EF3-9F90-91EAA1A7DCE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224773D-BE8E-4C24-9E50-7E2AA6019E25}" type="pres">
      <dgm:prSet presAssocID="{CAB47FCC-F613-4E8D-82B1-1E8CF67E6E72}" presName="hierRoot1" presStyleCnt="0"/>
      <dgm:spPr/>
    </dgm:pt>
    <dgm:pt modelId="{AC94EAAC-67D8-4F4B-987F-EDDF332B2BCA}" type="pres">
      <dgm:prSet presAssocID="{CAB47FCC-F613-4E8D-82B1-1E8CF67E6E72}" presName="composite" presStyleCnt="0"/>
      <dgm:spPr/>
    </dgm:pt>
    <dgm:pt modelId="{1BDBD804-C6B6-464A-8D3C-93A1750DAED4}" type="pres">
      <dgm:prSet presAssocID="{CAB47FCC-F613-4E8D-82B1-1E8CF67E6E72}" presName="background" presStyleLbl="node0" presStyleIdx="0" presStyleCnt="3"/>
      <dgm:spPr/>
    </dgm:pt>
    <dgm:pt modelId="{09476406-A3B6-4394-8C2D-63A894CD164C}" type="pres">
      <dgm:prSet presAssocID="{CAB47FCC-F613-4E8D-82B1-1E8CF67E6E72}" presName="text" presStyleLbl="fgAcc0" presStyleIdx="0" presStyleCnt="3">
        <dgm:presLayoutVars>
          <dgm:chPref val="3"/>
        </dgm:presLayoutVars>
      </dgm:prSet>
      <dgm:spPr/>
    </dgm:pt>
    <dgm:pt modelId="{332A1230-115C-436B-A787-E6A3D0C27DDA}" type="pres">
      <dgm:prSet presAssocID="{CAB47FCC-F613-4E8D-82B1-1E8CF67E6E72}" presName="hierChild2" presStyleCnt="0"/>
      <dgm:spPr/>
    </dgm:pt>
    <dgm:pt modelId="{C2498E0C-A294-4BF5-B4F3-D93ECB2C88AF}" type="pres">
      <dgm:prSet presAssocID="{C4DFB993-1FB1-4007-8B9D-D03ED942B3D5}" presName="hierRoot1" presStyleCnt="0"/>
      <dgm:spPr/>
    </dgm:pt>
    <dgm:pt modelId="{DE2D6842-9CA8-4DD4-B929-CFE9A3E10428}" type="pres">
      <dgm:prSet presAssocID="{C4DFB993-1FB1-4007-8B9D-D03ED942B3D5}" presName="composite" presStyleCnt="0"/>
      <dgm:spPr/>
    </dgm:pt>
    <dgm:pt modelId="{F22D9291-D4F0-4CC8-A226-B3A5E16145C0}" type="pres">
      <dgm:prSet presAssocID="{C4DFB993-1FB1-4007-8B9D-D03ED942B3D5}" presName="background" presStyleLbl="node0" presStyleIdx="1" presStyleCnt="3"/>
      <dgm:spPr/>
    </dgm:pt>
    <dgm:pt modelId="{EBA2259F-6D24-4A8D-8692-D52F2AC1D65C}" type="pres">
      <dgm:prSet presAssocID="{C4DFB993-1FB1-4007-8B9D-D03ED942B3D5}" presName="text" presStyleLbl="fgAcc0" presStyleIdx="1" presStyleCnt="3">
        <dgm:presLayoutVars>
          <dgm:chPref val="3"/>
        </dgm:presLayoutVars>
      </dgm:prSet>
      <dgm:spPr/>
    </dgm:pt>
    <dgm:pt modelId="{C4A5B390-9340-4848-9144-E4C81A27DE5A}" type="pres">
      <dgm:prSet presAssocID="{C4DFB993-1FB1-4007-8B9D-D03ED942B3D5}" presName="hierChild2" presStyleCnt="0"/>
      <dgm:spPr/>
    </dgm:pt>
    <dgm:pt modelId="{DB2D1293-D6AB-45FB-8E3A-32439E65CB0B}" type="pres">
      <dgm:prSet presAssocID="{A581AC64-1796-4D1D-9F04-B1CFF4BA2158}" presName="Name10" presStyleLbl="parChTrans1D2" presStyleIdx="0" presStyleCnt="2"/>
      <dgm:spPr/>
    </dgm:pt>
    <dgm:pt modelId="{849CF32C-F3F8-40D7-BD6C-FD98F85657A1}" type="pres">
      <dgm:prSet presAssocID="{CFE82860-2D88-430D-9DD3-324F9EE0E765}" presName="hierRoot2" presStyleCnt="0"/>
      <dgm:spPr/>
    </dgm:pt>
    <dgm:pt modelId="{A9706EDF-3351-437C-8BA0-0D32F9C9EF89}" type="pres">
      <dgm:prSet presAssocID="{CFE82860-2D88-430D-9DD3-324F9EE0E765}" presName="composite2" presStyleCnt="0"/>
      <dgm:spPr/>
    </dgm:pt>
    <dgm:pt modelId="{9336CE80-B94F-4D0B-B5B7-EE7862D1AF21}" type="pres">
      <dgm:prSet presAssocID="{CFE82860-2D88-430D-9DD3-324F9EE0E765}" presName="background2" presStyleLbl="node2" presStyleIdx="0" presStyleCnt="2"/>
      <dgm:spPr/>
    </dgm:pt>
    <dgm:pt modelId="{3ECDE5D1-CC0E-49AB-B98E-A31C388D4F26}" type="pres">
      <dgm:prSet presAssocID="{CFE82860-2D88-430D-9DD3-324F9EE0E765}" presName="text2" presStyleLbl="fgAcc2" presStyleIdx="0" presStyleCnt="2">
        <dgm:presLayoutVars>
          <dgm:chPref val="3"/>
        </dgm:presLayoutVars>
      </dgm:prSet>
      <dgm:spPr/>
    </dgm:pt>
    <dgm:pt modelId="{0E3F8E22-1CD0-48B9-AAD7-E5225E1642E8}" type="pres">
      <dgm:prSet presAssocID="{CFE82860-2D88-430D-9DD3-324F9EE0E765}" presName="hierChild3" presStyleCnt="0"/>
      <dgm:spPr/>
    </dgm:pt>
    <dgm:pt modelId="{DEAB1224-0D75-49F6-9B4C-9D70176344FB}" type="pres">
      <dgm:prSet presAssocID="{94151ACC-3869-474A-B5A3-EC7C93C1C212}" presName="Name10" presStyleLbl="parChTrans1D2" presStyleIdx="1" presStyleCnt="2"/>
      <dgm:spPr/>
    </dgm:pt>
    <dgm:pt modelId="{CA37062A-EEB4-4121-BD25-591D8CD90CAF}" type="pres">
      <dgm:prSet presAssocID="{BD9F8057-166E-4A2B-BF3A-65B45540B4D0}" presName="hierRoot2" presStyleCnt="0"/>
      <dgm:spPr/>
    </dgm:pt>
    <dgm:pt modelId="{71D66C34-A23C-41BC-BEE7-E594BEF1364F}" type="pres">
      <dgm:prSet presAssocID="{BD9F8057-166E-4A2B-BF3A-65B45540B4D0}" presName="composite2" presStyleCnt="0"/>
      <dgm:spPr/>
    </dgm:pt>
    <dgm:pt modelId="{86BB082F-9AF2-4DBA-ACB3-87823268BC71}" type="pres">
      <dgm:prSet presAssocID="{BD9F8057-166E-4A2B-BF3A-65B45540B4D0}" presName="background2" presStyleLbl="node2" presStyleIdx="1" presStyleCnt="2"/>
      <dgm:spPr/>
    </dgm:pt>
    <dgm:pt modelId="{17ECC2D6-4122-4C1C-A304-7FB7237718FA}" type="pres">
      <dgm:prSet presAssocID="{BD9F8057-166E-4A2B-BF3A-65B45540B4D0}" presName="text2" presStyleLbl="fgAcc2" presStyleIdx="1" presStyleCnt="2">
        <dgm:presLayoutVars>
          <dgm:chPref val="3"/>
        </dgm:presLayoutVars>
      </dgm:prSet>
      <dgm:spPr/>
    </dgm:pt>
    <dgm:pt modelId="{41DBC575-9A10-4FDB-80C9-003FABF0BE6D}" type="pres">
      <dgm:prSet presAssocID="{BD9F8057-166E-4A2B-BF3A-65B45540B4D0}" presName="hierChild3" presStyleCnt="0"/>
      <dgm:spPr/>
    </dgm:pt>
    <dgm:pt modelId="{828F3F6D-6A23-4175-82F0-E575B039B030}" type="pres">
      <dgm:prSet presAssocID="{60812841-1EDF-4C69-BD15-C789D19E3A42}" presName="hierRoot1" presStyleCnt="0"/>
      <dgm:spPr/>
    </dgm:pt>
    <dgm:pt modelId="{68C960C9-9064-4A9C-A7F3-509822DF8806}" type="pres">
      <dgm:prSet presAssocID="{60812841-1EDF-4C69-BD15-C789D19E3A42}" presName="composite" presStyleCnt="0"/>
      <dgm:spPr/>
    </dgm:pt>
    <dgm:pt modelId="{9975A772-A46D-414A-B96E-A0D3FE9D074D}" type="pres">
      <dgm:prSet presAssocID="{60812841-1EDF-4C69-BD15-C789D19E3A42}" presName="background" presStyleLbl="node0" presStyleIdx="2" presStyleCnt="3"/>
      <dgm:spPr/>
    </dgm:pt>
    <dgm:pt modelId="{D83D7360-629F-423F-8F8A-888D8E04488A}" type="pres">
      <dgm:prSet presAssocID="{60812841-1EDF-4C69-BD15-C789D19E3A42}" presName="text" presStyleLbl="fgAcc0" presStyleIdx="2" presStyleCnt="3">
        <dgm:presLayoutVars>
          <dgm:chPref val="3"/>
        </dgm:presLayoutVars>
      </dgm:prSet>
      <dgm:spPr/>
    </dgm:pt>
    <dgm:pt modelId="{4AA9BBCC-6CCB-4C93-8989-076C53335DB1}" type="pres">
      <dgm:prSet presAssocID="{60812841-1EDF-4C69-BD15-C789D19E3A42}" presName="hierChild2" presStyleCnt="0"/>
      <dgm:spPr/>
    </dgm:pt>
  </dgm:ptLst>
  <dgm:cxnLst>
    <dgm:cxn modelId="{1417D105-2584-4F26-A120-4B06BFCFC522}" type="presOf" srcId="{C4DFB993-1FB1-4007-8B9D-D03ED942B3D5}" destId="{EBA2259F-6D24-4A8D-8692-D52F2AC1D65C}" srcOrd="0" destOrd="0" presId="urn:microsoft.com/office/officeart/2005/8/layout/hierarchy1"/>
    <dgm:cxn modelId="{21FC5C2A-AFFB-4E3F-9152-144218DC55DA}" srcId="{C4DFB993-1FB1-4007-8B9D-D03ED942B3D5}" destId="{CFE82860-2D88-430D-9DD3-324F9EE0E765}" srcOrd="0" destOrd="0" parTransId="{A581AC64-1796-4D1D-9F04-B1CFF4BA2158}" sibTransId="{62C843EB-6ACD-4A62-B5A4-1F358D4336CA}"/>
    <dgm:cxn modelId="{9C5EB52F-A041-4EF4-A17D-720538A75684}" type="presOf" srcId="{6396652C-8662-4EF3-9F90-91EAA1A7DCE7}" destId="{7242173A-7736-4200-BE8A-8087DB43C426}" srcOrd="0" destOrd="0" presId="urn:microsoft.com/office/officeart/2005/8/layout/hierarchy1"/>
    <dgm:cxn modelId="{B4F1B836-AFF3-453A-AC0F-C8F125EB8F0C}" srcId="{6396652C-8662-4EF3-9F90-91EAA1A7DCE7}" destId="{60812841-1EDF-4C69-BD15-C789D19E3A42}" srcOrd="2" destOrd="0" parTransId="{7DB30A05-7757-48D2-99EE-4499D55CE8AE}" sibTransId="{E36CC128-8264-4B66-9939-1E1E1B22CE4C}"/>
    <dgm:cxn modelId="{4436663C-854D-4892-9553-A3ACA1F6B698}" type="presOf" srcId="{BD9F8057-166E-4A2B-BF3A-65B45540B4D0}" destId="{17ECC2D6-4122-4C1C-A304-7FB7237718FA}" srcOrd="0" destOrd="0" presId="urn:microsoft.com/office/officeart/2005/8/layout/hierarchy1"/>
    <dgm:cxn modelId="{E0E83776-E63A-42C4-A323-7A46B754372A}" srcId="{6396652C-8662-4EF3-9F90-91EAA1A7DCE7}" destId="{CAB47FCC-F613-4E8D-82B1-1E8CF67E6E72}" srcOrd="0" destOrd="0" parTransId="{7535741D-C7B1-46E6-8FC8-7DFDFDB18137}" sibTransId="{CBBFB739-D8DC-4461-8466-98355438FF89}"/>
    <dgm:cxn modelId="{757F467C-056B-41A6-BE33-D6164C0553CA}" srcId="{C4DFB993-1FB1-4007-8B9D-D03ED942B3D5}" destId="{BD9F8057-166E-4A2B-BF3A-65B45540B4D0}" srcOrd="1" destOrd="0" parTransId="{94151ACC-3869-474A-B5A3-EC7C93C1C212}" sibTransId="{371399CB-AD48-461C-8BFF-2388F85D6E52}"/>
    <dgm:cxn modelId="{B27170BA-B9C0-4862-96D8-EFBE45092903}" type="presOf" srcId="{60812841-1EDF-4C69-BD15-C789D19E3A42}" destId="{D83D7360-629F-423F-8F8A-888D8E04488A}" srcOrd="0" destOrd="0" presId="urn:microsoft.com/office/officeart/2005/8/layout/hierarchy1"/>
    <dgm:cxn modelId="{F15E56BA-94DF-49AE-9C20-21F72A611647}" type="presOf" srcId="{CFE82860-2D88-430D-9DD3-324F9EE0E765}" destId="{3ECDE5D1-CC0E-49AB-B98E-A31C388D4F26}" srcOrd="0" destOrd="0" presId="urn:microsoft.com/office/officeart/2005/8/layout/hierarchy1"/>
    <dgm:cxn modelId="{A91F28CD-771A-4CC3-9EF0-54D88E771639}" type="presOf" srcId="{94151ACC-3869-474A-B5A3-EC7C93C1C212}" destId="{DEAB1224-0D75-49F6-9B4C-9D70176344FB}" srcOrd="0" destOrd="0" presId="urn:microsoft.com/office/officeart/2005/8/layout/hierarchy1"/>
    <dgm:cxn modelId="{92062AEB-A509-4827-B251-5C43A8E3782E}" type="presOf" srcId="{A581AC64-1796-4D1D-9F04-B1CFF4BA2158}" destId="{DB2D1293-D6AB-45FB-8E3A-32439E65CB0B}" srcOrd="0" destOrd="0" presId="urn:microsoft.com/office/officeart/2005/8/layout/hierarchy1"/>
    <dgm:cxn modelId="{F14FC9EB-4AFC-4E05-9AC8-4075B85B43D4}" srcId="{6396652C-8662-4EF3-9F90-91EAA1A7DCE7}" destId="{C4DFB993-1FB1-4007-8B9D-D03ED942B3D5}" srcOrd="1" destOrd="0" parTransId="{2023BBFC-E332-4347-84C2-F2709E4B22C5}" sibTransId="{0DC3D9F1-3DDE-4F98-B041-B98B994C87AE}"/>
    <dgm:cxn modelId="{168912F8-F486-4532-9993-9C62D4BAF39F}" type="presOf" srcId="{CAB47FCC-F613-4E8D-82B1-1E8CF67E6E72}" destId="{09476406-A3B6-4394-8C2D-63A894CD164C}" srcOrd="0" destOrd="0" presId="urn:microsoft.com/office/officeart/2005/8/layout/hierarchy1"/>
    <dgm:cxn modelId="{5D11E4CE-660F-45DC-B8EE-F77786870A55}" type="presParOf" srcId="{7242173A-7736-4200-BE8A-8087DB43C426}" destId="{6224773D-BE8E-4C24-9E50-7E2AA6019E25}" srcOrd="0" destOrd="0" presId="urn:microsoft.com/office/officeart/2005/8/layout/hierarchy1"/>
    <dgm:cxn modelId="{D255A9A1-D10E-48E4-8094-0C55542C60A6}" type="presParOf" srcId="{6224773D-BE8E-4C24-9E50-7E2AA6019E25}" destId="{AC94EAAC-67D8-4F4B-987F-EDDF332B2BCA}" srcOrd="0" destOrd="0" presId="urn:microsoft.com/office/officeart/2005/8/layout/hierarchy1"/>
    <dgm:cxn modelId="{CAC6059D-396E-4745-8A55-46292B06C3F6}" type="presParOf" srcId="{AC94EAAC-67D8-4F4B-987F-EDDF332B2BCA}" destId="{1BDBD804-C6B6-464A-8D3C-93A1750DAED4}" srcOrd="0" destOrd="0" presId="urn:microsoft.com/office/officeart/2005/8/layout/hierarchy1"/>
    <dgm:cxn modelId="{73C9539A-59D0-4CDF-9B83-7A8ED4817728}" type="presParOf" srcId="{AC94EAAC-67D8-4F4B-987F-EDDF332B2BCA}" destId="{09476406-A3B6-4394-8C2D-63A894CD164C}" srcOrd="1" destOrd="0" presId="urn:microsoft.com/office/officeart/2005/8/layout/hierarchy1"/>
    <dgm:cxn modelId="{AFB4EF4A-8AAC-4E91-A6BF-A3B03C380808}" type="presParOf" srcId="{6224773D-BE8E-4C24-9E50-7E2AA6019E25}" destId="{332A1230-115C-436B-A787-E6A3D0C27DDA}" srcOrd="1" destOrd="0" presId="urn:microsoft.com/office/officeart/2005/8/layout/hierarchy1"/>
    <dgm:cxn modelId="{C51E9448-94E0-4200-AF11-D63D5F88C4D5}" type="presParOf" srcId="{7242173A-7736-4200-BE8A-8087DB43C426}" destId="{C2498E0C-A294-4BF5-B4F3-D93ECB2C88AF}" srcOrd="1" destOrd="0" presId="urn:microsoft.com/office/officeart/2005/8/layout/hierarchy1"/>
    <dgm:cxn modelId="{2EDD4E80-A155-4AB4-B09B-D2A8316DD878}" type="presParOf" srcId="{C2498E0C-A294-4BF5-B4F3-D93ECB2C88AF}" destId="{DE2D6842-9CA8-4DD4-B929-CFE9A3E10428}" srcOrd="0" destOrd="0" presId="urn:microsoft.com/office/officeart/2005/8/layout/hierarchy1"/>
    <dgm:cxn modelId="{66169CDD-0AAA-43D3-902D-82AB58DD6EA8}" type="presParOf" srcId="{DE2D6842-9CA8-4DD4-B929-CFE9A3E10428}" destId="{F22D9291-D4F0-4CC8-A226-B3A5E16145C0}" srcOrd="0" destOrd="0" presId="urn:microsoft.com/office/officeart/2005/8/layout/hierarchy1"/>
    <dgm:cxn modelId="{10B6F573-0D81-4727-AEF8-71CCA7FEDEFB}" type="presParOf" srcId="{DE2D6842-9CA8-4DD4-B929-CFE9A3E10428}" destId="{EBA2259F-6D24-4A8D-8692-D52F2AC1D65C}" srcOrd="1" destOrd="0" presId="urn:microsoft.com/office/officeart/2005/8/layout/hierarchy1"/>
    <dgm:cxn modelId="{3FF23BBC-2F7B-4270-9284-54EB58AB4FDA}" type="presParOf" srcId="{C2498E0C-A294-4BF5-B4F3-D93ECB2C88AF}" destId="{C4A5B390-9340-4848-9144-E4C81A27DE5A}" srcOrd="1" destOrd="0" presId="urn:microsoft.com/office/officeart/2005/8/layout/hierarchy1"/>
    <dgm:cxn modelId="{8E2255F9-BB4D-433E-A672-FE62A2E8CF24}" type="presParOf" srcId="{C4A5B390-9340-4848-9144-E4C81A27DE5A}" destId="{DB2D1293-D6AB-45FB-8E3A-32439E65CB0B}" srcOrd="0" destOrd="0" presId="urn:microsoft.com/office/officeart/2005/8/layout/hierarchy1"/>
    <dgm:cxn modelId="{6211C1EB-EFDB-4444-9619-F7B6C1D6CBC5}" type="presParOf" srcId="{C4A5B390-9340-4848-9144-E4C81A27DE5A}" destId="{849CF32C-F3F8-40D7-BD6C-FD98F85657A1}" srcOrd="1" destOrd="0" presId="urn:microsoft.com/office/officeart/2005/8/layout/hierarchy1"/>
    <dgm:cxn modelId="{8DE7B98A-6836-4987-9B82-F62C4EB35798}" type="presParOf" srcId="{849CF32C-F3F8-40D7-BD6C-FD98F85657A1}" destId="{A9706EDF-3351-437C-8BA0-0D32F9C9EF89}" srcOrd="0" destOrd="0" presId="urn:microsoft.com/office/officeart/2005/8/layout/hierarchy1"/>
    <dgm:cxn modelId="{ED7CE2A9-3360-4500-BCC3-734ADACA614E}" type="presParOf" srcId="{A9706EDF-3351-437C-8BA0-0D32F9C9EF89}" destId="{9336CE80-B94F-4D0B-B5B7-EE7862D1AF21}" srcOrd="0" destOrd="0" presId="urn:microsoft.com/office/officeart/2005/8/layout/hierarchy1"/>
    <dgm:cxn modelId="{F1A36A17-371C-4033-B37C-28ED4E6392E1}" type="presParOf" srcId="{A9706EDF-3351-437C-8BA0-0D32F9C9EF89}" destId="{3ECDE5D1-CC0E-49AB-B98E-A31C388D4F26}" srcOrd="1" destOrd="0" presId="urn:microsoft.com/office/officeart/2005/8/layout/hierarchy1"/>
    <dgm:cxn modelId="{542DCC80-21C7-4FF7-8AD1-C6F95CBB3C4E}" type="presParOf" srcId="{849CF32C-F3F8-40D7-BD6C-FD98F85657A1}" destId="{0E3F8E22-1CD0-48B9-AAD7-E5225E1642E8}" srcOrd="1" destOrd="0" presId="urn:microsoft.com/office/officeart/2005/8/layout/hierarchy1"/>
    <dgm:cxn modelId="{E7CCF4EB-E63C-430F-8B40-2CC95CA065F6}" type="presParOf" srcId="{C4A5B390-9340-4848-9144-E4C81A27DE5A}" destId="{DEAB1224-0D75-49F6-9B4C-9D70176344FB}" srcOrd="2" destOrd="0" presId="urn:microsoft.com/office/officeart/2005/8/layout/hierarchy1"/>
    <dgm:cxn modelId="{73E32B61-9977-43C7-AB8C-8AEB3C678618}" type="presParOf" srcId="{C4A5B390-9340-4848-9144-E4C81A27DE5A}" destId="{CA37062A-EEB4-4121-BD25-591D8CD90CAF}" srcOrd="3" destOrd="0" presId="urn:microsoft.com/office/officeart/2005/8/layout/hierarchy1"/>
    <dgm:cxn modelId="{B67FA461-8CF1-49CC-89F8-EF482C7FD11E}" type="presParOf" srcId="{CA37062A-EEB4-4121-BD25-591D8CD90CAF}" destId="{71D66C34-A23C-41BC-BEE7-E594BEF1364F}" srcOrd="0" destOrd="0" presId="urn:microsoft.com/office/officeart/2005/8/layout/hierarchy1"/>
    <dgm:cxn modelId="{95C43454-5897-4635-9FD0-A4B9E5D52123}" type="presParOf" srcId="{71D66C34-A23C-41BC-BEE7-E594BEF1364F}" destId="{86BB082F-9AF2-4DBA-ACB3-87823268BC71}" srcOrd="0" destOrd="0" presId="urn:microsoft.com/office/officeart/2005/8/layout/hierarchy1"/>
    <dgm:cxn modelId="{73F53AE0-B590-4CBE-B0F3-DFC91AC81E83}" type="presParOf" srcId="{71D66C34-A23C-41BC-BEE7-E594BEF1364F}" destId="{17ECC2D6-4122-4C1C-A304-7FB7237718FA}" srcOrd="1" destOrd="0" presId="urn:microsoft.com/office/officeart/2005/8/layout/hierarchy1"/>
    <dgm:cxn modelId="{78958087-8D0C-4F40-A8F9-F7112AB39ADF}" type="presParOf" srcId="{CA37062A-EEB4-4121-BD25-591D8CD90CAF}" destId="{41DBC575-9A10-4FDB-80C9-003FABF0BE6D}" srcOrd="1" destOrd="0" presId="urn:microsoft.com/office/officeart/2005/8/layout/hierarchy1"/>
    <dgm:cxn modelId="{CCAF2F03-8A09-4ED7-A4BE-F0251837078F}" type="presParOf" srcId="{7242173A-7736-4200-BE8A-8087DB43C426}" destId="{828F3F6D-6A23-4175-82F0-E575B039B030}" srcOrd="2" destOrd="0" presId="urn:microsoft.com/office/officeart/2005/8/layout/hierarchy1"/>
    <dgm:cxn modelId="{868CA92F-0CAB-4EBB-B580-D56EEB1E7E6A}" type="presParOf" srcId="{828F3F6D-6A23-4175-82F0-E575B039B030}" destId="{68C960C9-9064-4A9C-A7F3-509822DF8806}" srcOrd="0" destOrd="0" presId="urn:microsoft.com/office/officeart/2005/8/layout/hierarchy1"/>
    <dgm:cxn modelId="{E952A46F-4614-44B2-B39B-4A6D0EC67302}" type="presParOf" srcId="{68C960C9-9064-4A9C-A7F3-509822DF8806}" destId="{9975A772-A46D-414A-B96E-A0D3FE9D074D}" srcOrd="0" destOrd="0" presId="urn:microsoft.com/office/officeart/2005/8/layout/hierarchy1"/>
    <dgm:cxn modelId="{BA68BA06-01F0-42E9-B1B7-BE1C71C58442}" type="presParOf" srcId="{68C960C9-9064-4A9C-A7F3-509822DF8806}" destId="{D83D7360-629F-423F-8F8A-888D8E04488A}" srcOrd="1" destOrd="0" presId="urn:microsoft.com/office/officeart/2005/8/layout/hierarchy1"/>
    <dgm:cxn modelId="{7BB90209-398A-48C5-BA67-7AC82DF85FDC}" type="presParOf" srcId="{828F3F6D-6A23-4175-82F0-E575B039B030}" destId="{4AA9BBCC-6CCB-4C93-8989-076C53335DB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17CDCA-F4C2-44D4-B9C2-9DD0E4ABD38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B986702-7100-40AC-8A37-46A94C17B0E8}">
      <dgm:prSet/>
      <dgm:spPr/>
      <dgm:t>
        <a:bodyPr/>
        <a:lstStyle/>
        <a:p>
          <a:pPr>
            <a:defRPr b="1"/>
          </a:pPr>
          <a:r>
            <a:rPr lang="en-US" i="0" baseline="0"/>
            <a:t>Current AI-text detectors are unreliable and biased</a:t>
          </a:r>
          <a:endParaRPr lang="en-US"/>
        </a:p>
      </dgm:t>
    </dgm:pt>
    <dgm:pt modelId="{141E2C18-3C40-4A3D-BA5F-AEF3AEDD817D}" type="parTrans" cxnId="{8873E388-3E35-489B-A999-690DBBB881F7}">
      <dgm:prSet/>
      <dgm:spPr/>
      <dgm:t>
        <a:bodyPr/>
        <a:lstStyle/>
        <a:p>
          <a:endParaRPr lang="en-US"/>
        </a:p>
      </dgm:t>
    </dgm:pt>
    <dgm:pt modelId="{9F8D9EC6-5575-4185-A90D-D4E779C68FC8}" type="sibTrans" cxnId="{8873E388-3E35-489B-A999-690DBBB881F7}">
      <dgm:prSet/>
      <dgm:spPr/>
      <dgm:t>
        <a:bodyPr/>
        <a:lstStyle/>
        <a:p>
          <a:endParaRPr lang="en-US"/>
        </a:p>
      </dgm:t>
    </dgm:pt>
    <dgm:pt modelId="{DD05A15C-9405-4A23-AA5B-B96AC9698A07}">
      <dgm:prSet/>
      <dgm:spPr/>
      <dgm:t>
        <a:bodyPr/>
        <a:lstStyle/>
        <a:p>
          <a:r>
            <a:rPr lang="en-US" i="0" baseline="0"/>
            <a:t>Often </a:t>
          </a:r>
          <a:r>
            <a:rPr lang="en-US" i="1" baseline="0"/>
            <a:t>misclassify non-native English writing as AI-generated</a:t>
          </a:r>
          <a:endParaRPr lang="en-US"/>
        </a:p>
      </dgm:t>
    </dgm:pt>
    <dgm:pt modelId="{7DAACF8B-EB08-4381-A42C-763CBE10FBAC}" type="parTrans" cxnId="{12E127FA-C180-498F-8F3B-F56D26EE4A39}">
      <dgm:prSet/>
      <dgm:spPr/>
      <dgm:t>
        <a:bodyPr/>
        <a:lstStyle/>
        <a:p>
          <a:endParaRPr lang="en-US"/>
        </a:p>
      </dgm:t>
    </dgm:pt>
    <dgm:pt modelId="{6A91EE1F-83D9-41DD-90C3-0C7935C9DD80}" type="sibTrans" cxnId="{12E127FA-C180-498F-8F3B-F56D26EE4A39}">
      <dgm:prSet/>
      <dgm:spPr/>
      <dgm:t>
        <a:bodyPr/>
        <a:lstStyle/>
        <a:p>
          <a:endParaRPr lang="en-US"/>
        </a:p>
      </dgm:t>
    </dgm:pt>
    <dgm:pt modelId="{3DD5D31C-1E93-4C43-B337-917D31DE7496}">
      <dgm:prSet/>
      <dgm:spPr/>
      <dgm:t>
        <a:bodyPr/>
        <a:lstStyle/>
        <a:p>
          <a:pPr>
            <a:defRPr b="1"/>
          </a:pPr>
          <a:r>
            <a:rPr lang="en-US" i="0" baseline="0"/>
            <a:t>Most detectors require supervised training</a:t>
          </a:r>
          <a:endParaRPr lang="en-US"/>
        </a:p>
      </dgm:t>
    </dgm:pt>
    <dgm:pt modelId="{BC3A07A5-BD8A-400A-AF37-9FDD9EA5CD1B}" type="parTrans" cxnId="{247501AB-C957-4066-B443-489940241E76}">
      <dgm:prSet/>
      <dgm:spPr/>
      <dgm:t>
        <a:bodyPr/>
        <a:lstStyle/>
        <a:p>
          <a:endParaRPr lang="en-US"/>
        </a:p>
      </dgm:t>
    </dgm:pt>
    <dgm:pt modelId="{E1B5FF6B-3584-43BC-8239-9D435A5E738C}" type="sibTrans" cxnId="{247501AB-C957-4066-B443-489940241E76}">
      <dgm:prSet/>
      <dgm:spPr/>
      <dgm:t>
        <a:bodyPr/>
        <a:lstStyle/>
        <a:p>
          <a:endParaRPr lang="en-US"/>
        </a:p>
      </dgm:t>
    </dgm:pt>
    <dgm:pt modelId="{23AD6DD4-E430-4F5D-8C91-AD14FAF77CD6}">
      <dgm:prSet/>
      <dgm:spPr/>
      <dgm:t>
        <a:bodyPr/>
        <a:lstStyle/>
        <a:p>
          <a:r>
            <a:rPr lang="en-US" i="0" baseline="0" dirty="0"/>
            <a:t>Depend heavily on examples from </a:t>
          </a:r>
          <a:r>
            <a:rPr lang="en-US" i="1" baseline="0" dirty="0"/>
            <a:t>specific models</a:t>
          </a:r>
          <a:endParaRPr lang="en-US" dirty="0"/>
        </a:p>
      </dgm:t>
    </dgm:pt>
    <dgm:pt modelId="{A023DF46-6DBE-4E37-A8D0-0538BC1685BD}" type="parTrans" cxnId="{449CD255-179A-441E-BFBF-25980FFF495E}">
      <dgm:prSet/>
      <dgm:spPr/>
      <dgm:t>
        <a:bodyPr/>
        <a:lstStyle/>
        <a:p>
          <a:endParaRPr lang="en-US"/>
        </a:p>
      </dgm:t>
    </dgm:pt>
    <dgm:pt modelId="{5683B202-783F-40EB-9C97-DC8DEEA5EFA7}" type="sibTrans" cxnId="{449CD255-179A-441E-BFBF-25980FFF495E}">
      <dgm:prSet/>
      <dgm:spPr/>
      <dgm:t>
        <a:bodyPr/>
        <a:lstStyle/>
        <a:p>
          <a:endParaRPr lang="en-US"/>
        </a:p>
      </dgm:t>
    </dgm:pt>
    <dgm:pt modelId="{3AF63E5E-35B8-4E36-943C-8517EB1B1E36}">
      <dgm:prSet/>
      <dgm:spPr/>
      <dgm:t>
        <a:bodyPr/>
        <a:lstStyle/>
        <a:p>
          <a:r>
            <a:rPr lang="en-US" i="0" baseline="0"/>
            <a:t>Need retraining when new generators appear thus offer </a:t>
          </a:r>
          <a:r>
            <a:rPr lang="en-US" i="1" baseline="0"/>
            <a:t>poor generalization</a:t>
          </a:r>
          <a:endParaRPr lang="en-US"/>
        </a:p>
      </dgm:t>
    </dgm:pt>
    <dgm:pt modelId="{40058CAE-D005-4C2C-BF37-7F8343BFA002}" type="parTrans" cxnId="{834EE180-0132-4084-8498-3D9CE208CF3C}">
      <dgm:prSet/>
      <dgm:spPr/>
      <dgm:t>
        <a:bodyPr/>
        <a:lstStyle/>
        <a:p>
          <a:endParaRPr lang="en-US"/>
        </a:p>
      </dgm:t>
    </dgm:pt>
    <dgm:pt modelId="{03F20F9D-D768-43AC-99AD-5851CD5743BD}" type="sibTrans" cxnId="{834EE180-0132-4084-8498-3D9CE208CF3C}">
      <dgm:prSet/>
      <dgm:spPr/>
      <dgm:t>
        <a:bodyPr/>
        <a:lstStyle/>
        <a:p>
          <a:endParaRPr lang="en-US"/>
        </a:p>
      </dgm:t>
    </dgm:pt>
    <dgm:pt modelId="{AA019502-688F-4173-9841-0514D5EC80BD}">
      <dgm:prSet/>
      <dgm:spPr/>
      <dgm:t>
        <a:bodyPr/>
        <a:lstStyle/>
        <a:p>
          <a:pPr>
            <a:defRPr b="1"/>
          </a:pPr>
          <a:r>
            <a:rPr lang="en-US" i="0" baseline="0"/>
            <a:t>Black-box or inaccessible models </a:t>
          </a:r>
          <a:endParaRPr lang="en-US"/>
        </a:p>
      </dgm:t>
    </dgm:pt>
    <dgm:pt modelId="{FE4EDDD4-1ED0-4EE7-B8FA-BE849271B11F}" type="parTrans" cxnId="{282B9754-03E1-4B75-8BED-D5EAAC2770F5}">
      <dgm:prSet/>
      <dgm:spPr/>
      <dgm:t>
        <a:bodyPr/>
        <a:lstStyle/>
        <a:p>
          <a:endParaRPr lang="en-US"/>
        </a:p>
      </dgm:t>
    </dgm:pt>
    <dgm:pt modelId="{C180079B-101F-408D-9D04-9F8FA767D5A7}" type="sibTrans" cxnId="{282B9754-03E1-4B75-8BED-D5EAAC2770F5}">
      <dgm:prSet/>
      <dgm:spPr/>
      <dgm:t>
        <a:bodyPr/>
        <a:lstStyle/>
        <a:p>
          <a:endParaRPr lang="en-US"/>
        </a:p>
      </dgm:t>
    </dgm:pt>
    <dgm:pt modelId="{5205B023-CC83-40DA-86E0-9BB5BB4BD870}">
      <dgm:prSet/>
      <dgm:spPr/>
      <dgm:t>
        <a:bodyPr/>
        <a:lstStyle/>
        <a:p>
          <a:pPr>
            <a:defRPr b="1"/>
          </a:pPr>
          <a:r>
            <a:rPr lang="en-US" i="0" baseline="0"/>
            <a:t>High computational cost</a:t>
          </a:r>
          <a:endParaRPr lang="en-US"/>
        </a:p>
      </dgm:t>
    </dgm:pt>
    <dgm:pt modelId="{A7CE100B-D214-4EC3-8E7E-373EA6911D7B}" type="parTrans" cxnId="{F39F34D9-77B1-42FD-A193-5505C2B02374}">
      <dgm:prSet/>
      <dgm:spPr/>
      <dgm:t>
        <a:bodyPr/>
        <a:lstStyle/>
        <a:p>
          <a:endParaRPr lang="en-US"/>
        </a:p>
      </dgm:t>
    </dgm:pt>
    <dgm:pt modelId="{2F91A0D2-F38F-4877-B708-FDFD5CA6380E}" type="sibTrans" cxnId="{F39F34D9-77B1-42FD-A193-5505C2B02374}">
      <dgm:prSet/>
      <dgm:spPr/>
      <dgm:t>
        <a:bodyPr/>
        <a:lstStyle/>
        <a:p>
          <a:endParaRPr lang="en-US"/>
        </a:p>
      </dgm:t>
    </dgm:pt>
    <dgm:pt modelId="{831E0096-B32E-447C-8510-E8FA99351BE5}">
      <dgm:prSet/>
      <dgm:spPr/>
      <dgm:t>
        <a:bodyPr/>
        <a:lstStyle/>
        <a:p>
          <a:r>
            <a:rPr lang="en-US" i="0" baseline="0"/>
            <a:t>Some prior approaches (e.g., DetectGPT) require multiple forward passes per sample</a:t>
          </a:r>
          <a:endParaRPr lang="en-US"/>
        </a:p>
      </dgm:t>
    </dgm:pt>
    <dgm:pt modelId="{F8D2BD3B-7F46-4B58-AE34-8E7A5E8AA7B1}" type="parTrans" cxnId="{C069DFE1-63CC-4443-BE4F-437D1CE2A141}">
      <dgm:prSet/>
      <dgm:spPr/>
      <dgm:t>
        <a:bodyPr/>
        <a:lstStyle/>
        <a:p>
          <a:endParaRPr lang="en-US"/>
        </a:p>
      </dgm:t>
    </dgm:pt>
    <dgm:pt modelId="{EE626B9F-1CB8-4C87-8DFF-9F2DCA37178C}" type="sibTrans" cxnId="{C069DFE1-63CC-4443-BE4F-437D1CE2A141}">
      <dgm:prSet/>
      <dgm:spPr/>
      <dgm:t>
        <a:bodyPr/>
        <a:lstStyle/>
        <a:p>
          <a:endParaRPr lang="en-US"/>
        </a:p>
      </dgm:t>
    </dgm:pt>
    <dgm:pt modelId="{BC13FCE1-3E73-43A3-9CB7-3080AD456C79}" type="pres">
      <dgm:prSet presAssocID="{FA17CDCA-F4C2-44D4-B9C2-9DD0E4ABD387}" presName="root" presStyleCnt="0">
        <dgm:presLayoutVars>
          <dgm:dir/>
          <dgm:resizeHandles val="exact"/>
        </dgm:presLayoutVars>
      </dgm:prSet>
      <dgm:spPr/>
    </dgm:pt>
    <dgm:pt modelId="{2FB7E2A3-6256-4BF2-BE1E-31411522D6FE}" type="pres">
      <dgm:prSet presAssocID="{7B986702-7100-40AC-8A37-46A94C17B0E8}" presName="compNode" presStyleCnt="0"/>
      <dgm:spPr/>
    </dgm:pt>
    <dgm:pt modelId="{4E8CB50A-F4F9-45D3-A034-3E48E16AE757}" type="pres">
      <dgm:prSet presAssocID="{7B986702-7100-40AC-8A37-46A94C17B0E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14AA5B5-0F00-4588-890E-A84A1C8C4FBB}" type="pres">
      <dgm:prSet presAssocID="{7B986702-7100-40AC-8A37-46A94C17B0E8}" presName="iconSpace" presStyleCnt="0"/>
      <dgm:spPr/>
    </dgm:pt>
    <dgm:pt modelId="{F3C5531A-5162-4C0C-BD2D-EF7EBB374028}" type="pres">
      <dgm:prSet presAssocID="{7B986702-7100-40AC-8A37-46A94C17B0E8}" presName="parTx" presStyleLbl="revTx" presStyleIdx="0" presStyleCnt="8">
        <dgm:presLayoutVars>
          <dgm:chMax val="0"/>
          <dgm:chPref val="0"/>
        </dgm:presLayoutVars>
      </dgm:prSet>
      <dgm:spPr/>
    </dgm:pt>
    <dgm:pt modelId="{D038E1E9-7AAB-45C7-8DB1-B4994EF0D8FA}" type="pres">
      <dgm:prSet presAssocID="{7B986702-7100-40AC-8A37-46A94C17B0E8}" presName="txSpace" presStyleCnt="0"/>
      <dgm:spPr/>
    </dgm:pt>
    <dgm:pt modelId="{AF8BFD97-054B-4A4F-8837-0A353AC37AAE}" type="pres">
      <dgm:prSet presAssocID="{7B986702-7100-40AC-8A37-46A94C17B0E8}" presName="desTx" presStyleLbl="revTx" presStyleIdx="1" presStyleCnt="8">
        <dgm:presLayoutVars/>
      </dgm:prSet>
      <dgm:spPr/>
    </dgm:pt>
    <dgm:pt modelId="{530432FB-A621-4DCB-95E7-5E45D345BEE8}" type="pres">
      <dgm:prSet presAssocID="{9F8D9EC6-5575-4185-A90D-D4E779C68FC8}" presName="sibTrans" presStyleCnt="0"/>
      <dgm:spPr/>
    </dgm:pt>
    <dgm:pt modelId="{011AFA41-5E6A-4D9A-98BC-F4AE0D48B3C0}" type="pres">
      <dgm:prSet presAssocID="{3DD5D31C-1E93-4C43-B337-917D31DE7496}" presName="compNode" presStyleCnt="0"/>
      <dgm:spPr/>
    </dgm:pt>
    <dgm:pt modelId="{FEA65CE1-434E-4678-9FC7-04C497C5D7F4}" type="pres">
      <dgm:prSet presAssocID="{3DD5D31C-1E93-4C43-B337-917D31DE749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FE533B58-3463-4A22-8DE9-00B112E8369F}" type="pres">
      <dgm:prSet presAssocID="{3DD5D31C-1E93-4C43-B337-917D31DE7496}" presName="iconSpace" presStyleCnt="0"/>
      <dgm:spPr/>
    </dgm:pt>
    <dgm:pt modelId="{4B417912-C02B-4EE2-989A-2162BAC482A5}" type="pres">
      <dgm:prSet presAssocID="{3DD5D31C-1E93-4C43-B337-917D31DE7496}" presName="parTx" presStyleLbl="revTx" presStyleIdx="2" presStyleCnt="8">
        <dgm:presLayoutVars>
          <dgm:chMax val="0"/>
          <dgm:chPref val="0"/>
        </dgm:presLayoutVars>
      </dgm:prSet>
      <dgm:spPr/>
    </dgm:pt>
    <dgm:pt modelId="{E5F9F282-4284-4308-B2CA-DD4C8E90E54D}" type="pres">
      <dgm:prSet presAssocID="{3DD5D31C-1E93-4C43-B337-917D31DE7496}" presName="txSpace" presStyleCnt="0"/>
      <dgm:spPr/>
    </dgm:pt>
    <dgm:pt modelId="{0577661E-C08A-45D4-BC42-FC6B6A78528E}" type="pres">
      <dgm:prSet presAssocID="{3DD5D31C-1E93-4C43-B337-917D31DE7496}" presName="desTx" presStyleLbl="revTx" presStyleIdx="3" presStyleCnt="8">
        <dgm:presLayoutVars/>
      </dgm:prSet>
      <dgm:spPr/>
    </dgm:pt>
    <dgm:pt modelId="{A76B96E6-9502-4E50-816F-D71630D2C107}" type="pres">
      <dgm:prSet presAssocID="{E1B5FF6B-3584-43BC-8239-9D435A5E738C}" presName="sibTrans" presStyleCnt="0"/>
      <dgm:spPr/>
    </dgm:pt>
    <dgm:pt modelId="{52A4F9D7-F73B-4C18-AE5A-F123845F76B1}" type="pres">
      <dgm:prSet presAssocID="{AA019502-688F-4173-9841-0514D5EC80BD}" presName="compNode" presStyleCnt="0"/>
      <dgm:spPr/>
    </dgm:pt>
    <dgm:pt modelId="{D1E9C6EB-8C86-47F4-9A6D-A48C87F3C527}" type="pres">
      <dgm:prSet presAssocID="{AA019502-688F-4173-9841-0514D5EC80B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787E5035-5824-435B-BA72-35639DD550B0}" type="pres">
      <dgm:prSet presAssocID="{AA019502-688F-4173-9841-0514D5EC80BD}" presName="iconSpace" presStyleCnt="0"/>
      <dgm:spPr/>
    </dgm:pt>
    <dgm:pt modelId="{84488B1B-E1DF-4CF0-8C4A-D63274D7DBD5}" type="pres">
      <dgm:prSet presAssocID="{AA019502-688F-4173-9841-0514D5EC80BD}" presName="parTx" presStyleLbl="revTx" presStyleIdx="4" presStyleCnt="8">
        <dgm:presLayoutVars>
          <dgm:chMax val="0"/>
          <dgm:chPref val="0"/>
        </dgm:presLayoutVars>
      </dgm:prSet>
      <dgm:spPr/>
    </dgm:pt>
    <dgm:pt modelId="{E814D39D-6F44-40BD-AC4E-278016ED7C5E}" type="pres">
      <dgm:prSet presAssocID="{AA019502-688F-4173-9841-0514D5EC80BD}" presName="txSpace" presStyleCnt="0"/>
      <dgm:spPr/>
    </dgm:pt>
    <dgm:pt modelId="{178131B1-AFB4-4960-89DB-6FADE58EA80F}" type="pres">
      <dgm:prSet presAssocID="{AA019502-688F-4173-9841-0514D5EC80BD}" presName="desTx" presStyleLbl="revTx" presStyleIdx="5" presStyleCnt="8">
        <dgm:presLayoutVars/>
      </dgm:prSet>
      <dgm:spPr/>
    </dgm:pt>
    <dgm:pt modelId="{51732CBA-9913-4058-95C2-9410739D1E3F}" type="pres">
      <dgm:prSet presAssocID="{C180079B-101F-408D-9D04-9F8FA767D5A7}" presName="sibTrans" presStyleCnt="0"/>
      <dgm:spPr/>
    </dgm:pt>
    <dgm:pt modelId="{257745A4-E317-43BC-8695-2BAE7642B9EE}" type="pres">
      <dgm:prSet presAssocID="{5205B023-CC83-40DA-86E0-9BB5BB4BD870}" presName="compNode" presStyleCnt="0"/>
      <dgm:spPr/>
    </dgm:pt>
    <dgm:pt modelId="{01787BF1-DD1A-410F-9620-780C941E26F0}" type="pres">
      <dgm:prSet presAssocID="{5205B023-CC83-40DA-86E0-9BB5BB4BD87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E7A1FCFB-4B1C-430E-A072-0E99AB61B530}" type="pres">
      <dgm:prSet presAssocID="{5205B023-CC83-40DA-86E0-9BB5BB4BD870}" presName="iconSpace" presStyleCnt="0"/>
      <dgm:spPr/>
    </dgm:pt>
    <dgm:pt modelId="{8975AFB9-E2EA-46B0-AD26-3307AE6784E1}" type="pres">
      <dgm:prSet presAssocID="{5205B023-CC83-40DA-86E0-9BB5BB4BD870}" presName="parTx" presStyleLbl="revTx" presStyleIdx="6" presStyleCnt="8">
        <dgm:presLayoutVars>
          <dgm:chMax val="0"/>
          <dgm:chPref val="0"/>
        </dgm:presLayoutVars>
      </dgm:prSet>
      <dgm:spPr/>
    </dgm:pt>
    <dgm:pt modelId="{3A391490-0566-4DC2-98C3-BAB65E87BFF7}" type="pres">
      <dgm:prSet presAssocID="{5205B023-CC83-40DA-86E0-9BB5BB4BD870}" presName="txSpace" presStyleCnt="0"/>
      <dgm:spPr/>
    </dgm:pt>
    <dgm:pt modelId="{BD3644D4-F4F2-4FE3-928A-E6C757A51242}" type="pres">
      <dgm:prSet presAssocID="{5205B023-CC83-40DA-86E0-9BB5BB4BD870}" presName="desTx" presStyleLbl="revTx" presStyleIdx="7" presStyleCnt="8">
        <dgm:presLayoutVars/>
      </dgm:prSet>
      <dgm:spPr/>
    </dgm:pt>
  </dgm:ptLst>
  <dgm:cxnLst>
    <dgm:cxn modelId="{7A3DFE03-8EC6-4954-98F2-99D6E411143E}" type="presOf" srcId="{FA17CDCA-F4C2-44D4-B9C2-9DD0E4ABD387}" destId="{BC13FCE1-3E73-43A3-9CB7-3080AD456C79}" srcOrd="0" destOrd="0" presId="urn:microsoft.com/office/officeart/2018/5/layout/CenteredIconLabelDescriptionList"/>
    <dgm:cxn modelId="{D9516713-0769-4314-89AF-9926FDC0F015}" type="presOf" srcId="{DD05A15C-9405-4A23-AA5B-B96AC9698A07}" destId="{AF8BFD97-054B-4A4F-8837-0A353AC37AAE}" srcOrd="0" destOrd="0" presId="urn:microsoft.com/office/officeart/2018/5/layout/CenteredIconLabelDescriptionList"/>
    <dgm:cxn modelId="{F07F3A21-6214-43CA-A617-06C4EA438070}" type="presOf" srcId="{3DD5D31C-1E93-4C43-B337-917D31DE7496}" destId="{4B417912-C02B-4EE2-989A-2162BAC482A5}" srcOrd="0" destOrd="0" presId="urn:microsoft.com/office/officeart/2018/5/layout/CenteredIconLabelDescriptionList"/>
    <dgm:cxn modelId="{F5702338-829D-4A91-9A40-8E8B9C74CDE2}" type="presOf" srcId="{23AD6DD4-E430-4F5D-8C91-AD14FAF77CD6}" destId="{0577661E-C08A-45D4-BC42-FC6B6A78528E}" srcOrd="0" destOrd="0" presId="urn:microsoft.com/office/officeart/2018/5/layout/CenteredIconLabelDescriptionList"/>
    <dgm:cxn modelId="{914D093E-4A86-428A-B1EC-E6CC6FDA7F54}" type="presOf" srcId="{3AF63E5E-35B8-4E36-943C-8517EB1B1E36}" destId="{0577661E-C08A-45D4-BC42-FC6B6A78528E}" srcOrd="0" destOrd="1" presId="urn:microsoft.com/office/officeart/2018/5/layout/CenteredIconLabelDescriptionList"/>
    <dgm:cxn modelId="{56BB415D-7C09-4C83-A803-5FD7574DC3C6}" type="presOf" srcId="{7B986702-7100-40AC-8A37-46A94C17B0E8}" destId="{F3C5531A-5162-4C0C-BD2D-EF7EBB374028}" srcOrd="0" destOrd="0" presId="urn:microsoft.com/office/officeart/2018/5/layout/CenteredIconLabelDescriptionList"/>
    <dgm:cxn modelId="{633EFD42-1D0D-4803-9F23-EEA829691AB2}" type="presOf" srcId="{831E0096-B32E-447C-8510-E8FA99351BE5}" destId="{BD3644D4-F4F2-4FE3-928A-E6C757A51242}" srcOrd="0" destOrd="0" presId="urn:microsoft.com/office/officeart/2018/5/layout/CenteredIconLabelDescriptionList"/>
    <dgm:cxn modelId="{282B9754-03E1-4B75-8BED-D5EAAC2770F5}" srcId="{FA17CDCA-F4C2-44D4-B9C2-9DD0E4ABD387}" destId="{AA019502-688F-4173-9841-0514D5EC80BD}" srcOrd="2" destOrd="0" parTransId="{FE4EDDD4-1ED0-4EE7-B8FA-BE849271B11F}" sibTransId="{C180079B-101F-408D-9D04-9F8FA767D5A7}"/>
    <dgm:cxn modelId="{449CD255-179A-441E-BFBF-25980FFF495E}" srcId="{3DD5D31C-1E93-4C43-B337-917D31DE7496}" destId="{23AD6DD4-E430-4F5D-8C91-AD14FAF77CD6}" srcOrd="0" destOrd="0" parTransId="{A023DF46-6DBE-4E37-A8D0-0538BC1685BD}" sibTransId="{5683B202-783F-40EB-9C97-DC8DEEA5EFA7}"/>
    <dgm:cxn modelId="{55BDBE80-24BC-428A-BD45-AABDD075DB0B}" type="presOf" srcId="{5205B023-CC83-40DA-86E0-9BB5BB4BD870}" destId="{8975AFB9-E2EA-46B0-AD26-3307AE6784E1}" srcOrd="0" destOrd="0" presId="urn:microsoft.com/office/officeart/2018/5/layout/CenteredIconLabelDescriptionList"/>
    <dgm:cxn modelId="{834EE180-0132-4084-8498-3D9CE208CF3C}" srcId="{3DD5D31C-1E93-4C43-B337-917D31DE7496}" destId="{3AF63E5E-35B8-4E36-943C-8517EB1B1E36}" srcOrd="1" destOrd="0" parTransId="{40058CAE-D005-4C2C-BF37-7F8343BFA002}" sibTransId="{03F20F9D-D768-43AC-99AD-5851CD5743BD}"/>
    <dgm:cxn modelId="{8873E388-3E35-489B-A999-690DBBB881F7}" srcId="{FA17CDCA-F4C2-44D4-B9C2-9DD0E4ABD387}" destId="{7B986702-7100-40AC-8A37-46A94C17B0E8}" srcOrd="0" destOrd="0" parTransId="{141E2C18-3C40-4A3D-BA5F-AEF3AEDD817D}" sibTransId="{9F8D9EC6-5575-4185-A90D-D4E779C68FC8}"/>
    <dgm:cxn modelId="{247501AB-C957-4066-B443-489940241E76}" srcId="{FA17CDCA-F4C2-44D4-B9C2-9DD0E4ABD387}" destId="{3DD5D31C-1E93-4C43-B337-917D31DE7496}" srcOrd="1" destOrd="0" parTransId="{BC3A07A5-BD8A-400A-AF37-9FDD9EA5CD1B}" sibTransId="{E1B5FF6B-3584-43BC-8239-9D435A5E738C}"/>
    <dgm:cxn modelId="{F39F34D9-77B1-42FD-A193-5505C2B02374}" srcId="{FA17CDCA-F4C2-44D4-B9C2-9DD0E4ABD387}" destId="{5205B023-CC83-40DA-86E0-9BB5BB4BD870}" srcOrd="3" destOrd="0" parTransId="{A7CE100B-D214-4EC3-8E7E-373EA6911D7B}" sibTransId="{2F91A0D2-F38F-4877-B708-FDFD5CA6380E}"/>
    <dgm:cxn modelId="{C069DFE1-63CC-4443-BE4F-437D1CE2A141}" srcId="{5205B023-CC83-40DA-86E0-9BB5BB4BD870}" destId="{831E0096-B32E-447C-8510-E8FA99351BE5}" srcOrd="0" destOrd="0" parTransId="{F8D2BD3B-7F46-4B58-AE34-8E7A5E8AA7B1}" sibTransId="{EE626B9F-1CB8-4C87-8DFF-9F2DCA37178C}"/>
    <dgm:cxn modelId="{AC062DE8-FDE6-44B4-81DC-38B4C932451F}" type="presOf" srcId="{AA019502-688F-4173-9841-0514D5EC80BD}" destId="{84488B1B-E1DF-4CF0-8C4A-D63274D7DBD5}" srcOrd="0" destOrd="0" presId="urn:microsoft.com/office/officeart/2018/5/layout/CenteredIconLabelDescriptionList"/>
    <dgm:cxn modelId="{12E127FA-C180-498F-8F3B-F56D26EE4A39}" srcId="{7B986702-7100-40AC-8A37-46A94C17B0E8}" destId="{DD05A15C-9405-4A23-AA5B-B96AC9698A07}" srcOrd="0" destOrd="0" parTransId="{7DAACF8B-EB08-4381-A42C-763CBE10FBAC}" sibTransId="{6A91EE1F-83D9-41DD-90C3-0C7935C9DD80}"/>
    <dgm:cxn modelId="{1C1343A1-DC4F-4A30-A104-FB06953E178F}" type="presParOf" srcId="{BC13FCE1-3E73-43A3-9CB7-3080AD456C79}" destId="{2FB7E2A3-6256-4BF2-BE1E-31411522D6FE}" srcOrd="0" destOrd="0" presId="urn:microsoft.com/office/officeart/2018/5/layout/CenteredIconLabelDescriptionList"/>
    <dgm:cxn modelId="{B9074039-064D-4B18-A0D3-8FF796A42422}" type="presParOf" srcId="{2FB7E2A3-6256-4BF2-BE1E-31411522D6FE}" destId="{4E8CB50A-F4F9-45D3-A034-3E48E16AE757}" srcOrd="0" destOrd="0" presId="urn:microsoft.com/office/officeart/2018/5/layout/CenteredIconLabelDescriptionList"/>
    <dgm:cxn modelId="{35D3272C-8324-4B57-98AC-CC4F0B6AB113}" type="presParOf" srcId="{2FB7E2A3-6256-4BF2-BE1E-31411522D6FE}" destId="{F14AA5B5-0F00-4588-890E-A84A1C8C4FBB}" srcOrd="1" destOrd="0" presId="urn:microsoft.com/office/officeart/2018/5/layout/CenteredIconLabelDescriptionList"/>
    <dgm:cxn modelId="{068DEE4C-62CC-4D61-84E5-3F3C869B0FA5}" type="presParOf" srcId="{2FB7E2A3-6256-4BF2-BE1E-31411522D6FE}" destId="{F3C5531A-5162-4C0C-BD2D-EF7EBB374028}" srcOrd="2" destOrd="0" presId="urn:microsoft.com/office/officeart/2018/5/layout/CenteredIconLabelDescriptionList"/>
    <dgm:cxn modelId="{A2C30467-342A-4A32-86F6-6D7B9670C296}" type="presParOf" srcId="{2FB7E2A3-6256-4BF2-BE1E-31411522D6FE}" destId="{D038E1E9-7AAB-45C7-8DB1-B4994EF0D8FA}" srcOrd="3" destOrd="0" presId="urn:microsoft.com/office/officeart/2018/5/layout/CenteredIconLabelDescriptionList"/>
    <dgm:cxn modelId="{30F378A7-96D8-4626-BF9A-B3706A4E8039}" type="presParOf" srcId="{2FB7E2A3-6256-4BF2-BE1E-31411522D6FE}" destId="{AF8BFD97-054B-4A4F-8837-0A353AC37AAE}" srcOrd="4" destOrd="0" presId="urn:microsoft.com/office/officeart/2018/5/layout/CenteredIconLabelDescriptionList"/>
    <dgm:cxn modelId="{74F66E0C-6727-4F90-9412-1452E303D60A}" type="presParOf" srcId="{BC13FCE1-3E73-43A3-9CB7-3080AD456C79}" destId="{530432FB-A621-4DCB-95E7-5E45D345BEE8}" srcOrd="1" destOrd="0" presId="urn:microsoft.com/office/officeart/2018/5/layout/CenteredIconLabelDescriptionList"/>
    <dgm:cxn modelId="{7AF0DD4C-37D3-4251-B1B5-12376E9AF8E4}" type="presParOf" srcId="{BC13FCE1-3E73-43A3-9CB7-3080AD456C79}" destId="{011AFA41-5E6A-4D9A-98BC-F4AE0D48B3C0}" srcOrd="2" destOrd="0" presId="urn:microsoft.com/office/officeart/2018/5/layout/CenteredIconLabelDescriptionList"/>
    <dgm:cxn modelId="{FB1CDB75-EEAA-4732-905E-A12603B45326}" type="presParOf" srcId="{011AFA41-5E6A-4D9A-98BC-F4AE0D48B3C0}" destId="{FEA65CE1-434E-4678-9FC7-04C497C5D7F4}" srcOrd="0" destOrd="0" presId="urn:microsoft.com/office/officeart/2018/5/layout/CenteredIconLabelDescriptionList"/>
    <dgm:cxn modelId="{A33AF0E4-20B9-47A0-AFC6-E16DBB7D9AD1}" type="presParOf" srcId="{011AFA41-5E6A-4D9A-98BC-F4AE0D48B3C0}" destId="{FE533B58-3463-4A22-8DE9-00B112E8369F}" srcOrd="1" destOrd="0" presId="urn:microsoft.com/office/officeart/2018/5/layout/CenteredIconLabelDescriptionList"/>
    <dgm:cxn modelId="{90EA7BAA-1B03-4D6B-9749-ECD0A35E937B}" type="presParOf" srcId="{011AFA41-5E6A-4D9A-98BC-F4AE0D48B3C0}" destId="{4B417912-C02B-4EE2-989A-2162BAC482A5}" srcOrd="2" destOrd="0" presId="urn:microsoft.com/office/officeart/2018/5/layout/CenteredIconLabelDescriptionList"/>
    <dgm:cxn modelId="{BC0FE197-77E2-47F2-A464-15116394E4C7}" type="presParOf" srcId="{011AFA41-5E6A-4D9A-98BC-F4AE0D48B3C0}" destId="{E5F9F282-4284-4308-B2CA-DD4C8E90E54D}" srcOrd="3" destOrd="0" presId="urn:microsoft.com/office/officeart/2018/5/layout/CenteredIconLabelDescriptionList"/>
    <dgm:cxn modelId="{6DF9235E-CF3B-453C-8B05-EB2B11C72C81}" type="presParOf" srcId="{011AFA41-5E6A-4D9A-98BC-F4AE0D48B3C0}" destId="{0577661E-C08A-45D4-BC42-FC6B6A78528E}" srcOrd="4" destOrd="0" presId="urn:microsoft.com/office/officeart/2018/5/layout/CenteredIconLabelDescriptionList"/>
    <dgm:cxn modelId="{926B842E-6537-4A0E-A659-F283389F0990}" type="presParOf" srcId="{BC13FCE1-3E73-43A3-9CB7-3080AD456C79}" destId="{A76B96E6-9502-4E50-816F-D71630D2C107}" srcOrd="3" destOrd="0" presId="urn:microsoft.com/office/officeart/2018/5/layout/CenteredIconLabelDescriptionList"/>
    <dgm:cxn modelId="{546C1914-7DD7-4151-A721-E7C36A33B315}" type="presParOf" srcId="{BC13FCE1-3E73-43A3-9CB7-3080AD456C79}" destId="{52A4F9D7-F73B-4C18-AE5A-F123845F76B1}" srcOrd="4" destOrd="0" presId="urn:microsoft.com/office/officeart/2018/5/layout/CenteredIconLabelDescriptionList"/>
    <dgm:cxn modelId="{8811CA9E-3B1A-4565-BDD8-8DF40551FDF5}" type="presParOf" srcId="{52A4F9D7-F73B-4C18-AE5A-F123845F76B1}" destId="{D1E9C6EB-8C86-47F4-9A6D-A48C87F3C527}" srcOrd="0" destOrd="0" presId="urn:microsoft.com/office/officeart/2018/5/layout/CenteredIconLabelDescriptionList"/>
    <dgm:cxn modelId="{08C19705-8549-4F6B-B1DE-51DEA50991D5}" type="presParOf" srcId="{52A4F9D7-F73B-4C18-AE5A-F123845F76B1}" destId="{787E5035-5824-435B-BA72-35639DD550B0}" srcOrd="1" destOrd="0" presId="urn:microsoft.com/office/officeart/2018/5/layout/CenteredIconLabelDescriptionList"/>
    <dgm:cxn modelId="{B1B32C37-F992-4A1A-B86B-9B4744CDEB61}" type="presParOf" srcId="{52A4F9D7-F73B-4C18-AE5A-F123845F76B1}" destId="{84488B1B-E1DF-4CF0-8C4A-D63274D7DBD5}" srcOrd="2" destOrd="0" presId="urn:microsoft.com/office/officeart/2018/5/layout/CenteredIconLabelDescriptionList"/>
    <dgm:cxn modelId="{7AEB0DC7-B327-49C7-8200-389369D5F7C2}" type="presParOf" srcId="{52A4F9D7-F73B-4C18-AE5A-F123845F76B1}" destId="{E814D39D-6F44-40BD-AC4E-278016ED7C5E}" srcOrd="3" destOrd="0" presId="urn:microsoft.com/office/officeart/2018/5/layout/CenteredIconLabelDescriptionList"/>
    <dgm:cxn modelId="{B321B19E-F434-4C05-90E7-1CB1A8A755B7}" type="presParOf" srcId="{52A4F9D7-F73B-4C18-AE5A-F123845F76B1}" destId="{178131B1-AFB4-4960-89DB-6FADE58EA80F}" srcOrd="4" destOrd="0" presId="urn:microsoft.com/office/officeart/2018/5/layout/CenteredIconLabelDescriptionList"/>
    <dgm:cxn modelId="{B5851275-E31E-45DA-8940-B5C4A607166D}" type="presParOf" srcId="{BC13FCE1-3E73-43A3-9CB7-3080AD456C79}" destId="{51732CBA-9913-4058-95C2-9410739D1E3F}" srcOrd="5" destOrd="0" presId="urn:microsoft.com/office/officeart/2018/5/layout/CenteredIconLabelDescriptionList"/>
    <dgm:cxn modelId="{AEB939F1-D486-42C1-B9B2-7F00DDFE5402}" type="presParOf" srcId="{BC13FCE1-3E73-43A3-9CB7-3080AD456C79}" destId="{257745A4-E317-43BC-8695-2BAE7642B9EE}" srcOrd="6" destOrd="0" presId="urn:microsoft.com/office/officeart/2018/5/layout/CenteredIconLabelDescriptionList"/>
    <dgm:cxn modelId="{687D038C-6165-42F7-9163-A7880C3D1CDE}" type="presParOf" srcId="{257745A4-E317-43BC-8695-2BAE7642B9EE}" destId="{01787BF1-DD1A-410F-9620-780C941E26F0}" srcOrd="0" destOrd="0" presId="urn:microsoft.com/office/officeart/2018/5/layout/CenteredIconLabelDescriptionList"/>
    <dgm:cxn modelId="{B8F4058C-6844-4014-89E9-A2556DEAC3C5}" type="presParOf" srcId="{257745A4-E317-43BC-8695-2BAE7642B9EE}" destId="{E7A1FCFB-4B1C-430E-A072-0E99AB61B530}" srcOrd="1" destOrd="0" presId="urn:microsoft.com/office/officeart/2018/5/layout/CenteredIconLabelDescriptionList"/>
    <dgm:cxn modelId="{B76FFEE4-43F0-4509-A441-22CCCBA822C2}" type="presParOf" srcId="{257745A4-E317-43BC-8695-2BAE7642B9EE}" destId="{8975AFB9-E2EA-46B0-AD26-3307AE6784E1}" srcOrd="2" destOrd="0" presId="urn:microsoft.com/office/officeart/2018/5/layout/CenteredIconLabelDescriptionList"/>
    <dgm:cxn modelId="{D907DF67-AA6B-4D08-91E8-6E0CFD9CFEFB}" type="presParOf" srcId="{257745A4-E317-43BC-8695-2BAE7642B9EE}" destId="{3A391490-0566-4DC2-98C3-BAB65E87BFF7}" srcOrd="3" destOrd="0" presId="urn:microsoft.com/office/officeart/2018/5/layout/CenteredIconLabelDescriptionList"/>
    <dgm:cxn modelId="{8B318EE1-FA09-4C33-9D50-6414DAF55050}" type="presParOf" srcId="{257745A4-E317-43BC-8695-2BAE7642B9EE}" destId="{BD3644D4-F4F2-4FE3-928A-E6C757A5124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97D000-5F7F-4B0F-9A81-B8C63F986013}" type="doc">
      <dgm:prSet loTypeId="urn:microsoft.com/office/officeart/2005/8/layout/hierarchy3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CC410FF-4A1E-40DD-91D1-3B0B31FE36CF}">
      <dgm:prSet/>
      <dgm:spPr>
        <a:solidFill>
          <a:schemeClr val="accent1"/>
        </a:solidFill>
      </dgm:spPr>
      <dgm:t>
        <a:bodyPr/>
        <a:lstStyle/>
        <a:p>
          <a:r>
            <a:rPr lang="en-US" b="1" dirty="0"/>
            <a:t>Ghostbuster (Verma et al., 2023)</a:t>
          </a:r>
          <a:endParaRPr lang="en-US" dirty="0"/>
        </a:p>
      </dgm:t>
    </dgm:pt>
    <dgm:pt modelId="{E017E998-5827-4BC7-BD4A-C1F5A44F6BEB}" type="parTrans" cxnId="{42A78AB5-6269-4006-818B-55187367DEE9}">
      <dgm:prSet/>
      <dgm:spPr/>
      <dgm:t>
        <a:bodyPr/>
        <a:lstStyle/>
        <a:p>
          <a:endParaRPr lang="en-US"/>
        </a:p>
      </dgm:t>
    </dgm:pt>
    <dgm:pt modelId="{D74F613D-1DE3-4320-AFDE-B48307973C22}" type="sibTrans" cxnId="{42A78AB5-6269-4006-818B-55187367DEE9}">
      <dgm:prSet/>
      <dgm:spPr/>
      <dgm:t>
        <a:bodyPr/>
        <a:lstStyle/>
        <a:p>
          <a:endParaRPr lang="en-US"/>
        </a:p>
      </dgm:t>
    </dgm:pt>
    <dgm:pt modelId="{B1863281-8ED7-40CA-88BD-1150D36F1DD2}">
      <dgm:prSet/>
      <dgm:spPr/>
      <dgm:t>
        <a:bodyPr/>
        <a:lstStyle/>
        <a:p>
          <a:r>
            <a:rPr lang="en-US"/>
            <a:t>Trains a supervised classifier using features from smaller language models.</a:t>
          </a:r>
        </a:p>
      </dgm:t>
    </dgm:pt>
    <dgm:pt modelId="{4F7F5D83-1A4C-4863-ACF9-2193B8DCD396}" type="parTrans" cxnId="{34AC3A9A-8CCB-4743-9346-959F63319C64}">
      <dgm:prSet/>
      <dgm:spPr/>
      <dgm:t>
        <a:bodyPr/>
        <a:lstStyle/>
        <a:p>
          <a:endParaRPr lang="en-US"/>
        </a:p>
      </dgm:t>
    </dgm:pt>
    <dgm:pt modelId="{25DDE841-B011-4986-A8E0-5FEEC1007F79}" type="sibTrans" cxnId="{34AC3A9A-8CCB-4743-9346-959F63319C64}">
      <dgm:prSet/>
      <dgm:spPr/>
      <dgm:t>
        <a:bodyPr/>
        <a:lstStyle/>
        <a:p>
          <a:endParaRPr lang="en-US"/>
        </a:p>
      </dgm:t>
    </dgm:pt>
    <dgm:pt modelId="{9BBC5ABB-C8E4-4A89-A8DE-09B02619F442}">
      <dgm:prSet/>
      <dgm:spPr/>
      <dgm:t>
        <a:bodyPr/>
        <a:lstStyle/>
        <a:p>
          <a:r>
            <a:rPr lang="en-US"/>
            <a:t>Achieves strong results on news, essays, creative writing datasets.</a:t>
          </a:r>
        </a:p>
      </dgm:t>
    </dgm:pt>
    <dgm:pt modelId="{F61DBDD0-691E-40FB-A26A-6CC708069729}" type="parTrans" cxnId="{8E0DBB0F-C433-406D-836C-DF7D195D8E75}">
      <dgm:prSet/>
      <dgm:spPr/>
      <dgm:t>
        <a:bodyPr/>
        <a:lstStyle/>
        <a:p>
          <a:endParaRPr lang="en-US"/>
        </a:p>
      </dgm:t>
    </dgm:pt>
    <dgm:pt modelId="{DA7C08B8-F9DA-4EE6-AD50-8D3C2A4D64EC}" type="sibTrans" cxnId="{8E0DBB0F-C433-406D-836C-DF7D195D8E75}">
      <dgm:prSet/>
      <dgm:spPr/>
      <dgm:t>
        <a:bodyPr/>
        <a:lstStyle/>
        <a:p>
          <a:endParaRPr lang="en-US"/>
        </a:p>
      </dgm:t>
    </dgm:pt>
    <dgm:pt modelId="{1B58E927-034C-43A8-BE9F-B72461B74D7D}">
      <dgm:prSet/>
      <dgm:spPr/>
      <dgm:t>
        <a:bodyPr/>
        <a:lstStyle/>
        <a:p>
          <a:r>
            <a:rPr lang="en-US" b="1" dirty="0"/>
            <a:t>Limitation:</a:t>
          </a:r>
          <a:r>
            <a:rPr lang="en-US" dirty="0"/>
            <a:t> Requires labeled data and retraining when new LLMs appear thus </a:t>
          </a:r>
          <a:r>
            <a:rPr lang="en-US" i="1" dirty="0"/>
            <a:t>poor generalization</a:t>
          </a:r>
          <a:r>
            <a:rPr lang="en-US" dirty="0"/>
            <a:t>.</a:t>
          </a:r>
        </a:p>
      </dgm:t>
    </dgm:pt>
    <dgm:pt modelId="{B58199B7-7D46-4F02-A298-B1CFA68D1DB5}" type="parTrans" cxnId="{8F093356-CEA0-4EB7-9FD8-6FB076280CD9}">
      <dgm:prSet/>
      <dgm:spPr/>
      <dgm:t>
        <a:bodyPr/>
        <a:lstStyle/>
        <a:p>
          <a:endParaRPr lang="en-US"/>
        </a:p>
      </dgm:t>
    </dgm:pt>
    <dgm:pt modelId="{97D23864-6F82-4C4C-BD5A-FEEFEBF4981C}" type="sibTrans" cxnId="{8F093356-CEA0-4EB7-9FD8-6FB076280CD9}">
      <dgm:prSet/>
      <dgm:spPr/>
      <dgm:t>
        <a:bodyPr/>
        <a:lstStyle/>
        <a:p>
          <a:endParaRPr lang="en-US"/>
        </a:p>
      </dgm:t>
    </dgm:pt>
    <dgm:pt modelId="{92657398-BBCD-4106-820B-C7BFE96F994E}">
      <dgm:prSet/>
      <dgm:spPr>
        <a:solidFill>
          <a:schemeClr val="accent1"/>
        </a:solidFill>
      </dgm:spPr>
      <dgm:t>
        <a:bodyPr/>
        <a:lstStyle/>
        <a:p>
          <a:r>
            <a:rPr lang="en-US" b="1" dirty="0" err="1"/>
            <a:t>DetectGPT</a:t>
          </a:r>
          <a:r>
            <a:rPr lang="en-US" b="1" dirty="0"/>
            <a:t> (Mitchell et al., 2023)</a:t>
          </a:r>
          <a:endParaRPr lang="en-US" dirty="0"/>
        </a:p>
      </dgm:t>
    </dgm:pt>
    <dgm:pt modelId="{E5C8C3E8-1BDE-4139-9F5C-AEB0C7AC5390}" type="parTrans" cxnId="{F64903AD-35E6-4075-988F-DC6F19A840F9}">
      <dgm:prSet/>
      <dgm:spPr/>
      <dgm:t>
        <a:bodyPr/>
        <a:lstStyle/>
        <a:p>
          <a:endParaRPr lang="en-US"/>
        </a:p>
      </dgm:t>
    </dgm:pt>
    <dgm:pt modelId="{3A7AC456-A87C-42AA-9614-5047BBC66ADB}" type="sibTrans" cxnId="{F64903AD-35E6-4075-988F-DC6F19A840F9}">
      <dgm:prSet/>
      <dgm:spPr/>
      <dgm:t>
        <a:bodyPr/>
        <a:lstStyle/>
        <a:p>
          <a:endParaRPr lang="en-US"/>
        </a:p>
      </dgm:t>
    </dgm:pt>
    <dgm:pt modelId="{D65597A6-0EE1-413F-A763-8F444F1B12A4}">
      <dgm:prSet/>
      <dgm:spPr/>
      <dgm:t>
        <a:bodyPr/>
        <a:lstStyle/>
        <a:p>
          <a:r>
            <a:rPr lang="en-US" dirty="0"/>
            <a:t>Zero-shot method using </a:t>
          </a:r>
          <a:r>
            <a:rPr lang="en-US" i="1" dirty="0"/>
            <a:t>probability curvature,</a:t>
          </a:r>
          <a:r>
            <a:rPr lang="en-US" dirty="0"/>
            <a:t> measures how likelihood changes when text is perturbed.</a:t>
          </a:r>
        </a:p>
      </dgm:t>
    </dgm:pt>
    <dgm:pt modelId="{C738D345-B2F2-4A07-B7E8-DE6C9A9E8150}" type="parTrans" cxnId="{63EA890C-B299-40F1-8008-6C70AFB27F7B}">
      <dgm:prSet/>
      <dgm:spPr/>
      <dgm:t>
        <a:bodyPr/>
        <a:lstStyle/>
        <a:p>
          <a:endParaRPr lang="en-US"/>
        </a:p>
      </dgm:t>
    </dgm:pt>
    <dgm:pt modelId="{B48400CF-0C88-4310-BDFE-AA43C6BD8074}" type="sibTrans" cxnId="{63EA890C-B299-40F1-8008-6C70AFB27F7B}">
      <dgm:prSet/>
      <dgm:spPr/>
      <dgm:t>
        <a:bodyPr/>
        <a:lstStyle/>
        <a:p>
          <a:endParaRPr lang="en-US"/>
        </a:p>
      </dgm:t>
    </dgm:pt>
    <dgm:pt modelId="{345BB3E3-1D9F-45D2-9021-6C15FC1BAF5B}">
      <dgm:prSet/>
      <dgm:spPr/>
      <dgm:t>
        <a:bodyPr/>
        <a:lstStyle/>
        <a:p>
          <a:r>
            <a:rPr lang="en-US"/>
            <a:t>Can detect machine-generated content without access to the generator.</a:t>
          </a:r>
        </a:p>
      </dgm:t>
    </dgm:pt>
    <dgm:pt modelId="{DE08091E-FCF8-4B83-94A9-42E9A50B0404}" type="parTrans" cxnId="{D0C1991E-433D-4D18-AB67-83BC3C854B5D}">
      <dgm:prSet/>
      <dgm:spPr/>
      <dgm:t>
        <a:bodyPr/>
        <a:lstStyle/>
        <a:p>
          <a:endParaRPr lang="en-US"/>
        </a:p>
      </dgm:t>
    </dgm:pt>
    <dgm:pt modelId="{35FFE00A-CCE7-4531-8CB9-166F47E20F58}" type="sibTrans" cxnId="{D0C1991E-433D-4D18-AB67-83BC3C854B5D}">
      <dgm:prSet/>
      <dgm:spPr/>
      <dgm:t>
        <a:bodyPr/>
        <a:lstStyle/>
        <a:p>
          <a:endParaRPr lang="en-US"/>
        </a:p>
      </dgm:t>
    </dgm:pt>
    <dgm:pt modelId="{18EDE5CE-4ED8-47AE-8A3E-D55B3F26CD8E}">
      <dgm:prSet/>
      <dgm:spPr/>
      <dgm:t>
        <a:bodyPr/>
        <a:lstStyle/>
        <a:p>
          <a:r>
            <a:rPr lang="en-US" b="1" dirty="0"/>
            <a:t>Limitation:</a:t>
          </a:r>
          <a:r>
            <a:rPr lang="en-US" dirty="0"/>
            <a:t> Computationally expensive (multiple forward passes) thus </a:t>
          </a:r>
          <a:r>
            <a:rPr lang="en-US" i="1" dirty="0"/>
            <a:t>slow and high resource usage</a:t>
          </a:r>
          <a:r>
            <a:rPr lang="en-US" dirty="0"/>
            <a:t>.</a:t>
          </a:r>
        </a:p>
      </dgm:t>
    </dgm:pt>
    <dgm:pt modelId="{7E808FB3-7B43-4409-8BA5-D765358DD3CA}" type="parTrans" cxnId="{E79E7D9B-9035-4D6D-8C6E-1DB1873170FB}">
      <dgm:prSet/>
      <dgm:spPr/>
      <dgm:t>
        <a:bodyPr/>
        <a:lstStyle/>
        <a:p>
          <a:endParaRPr lang="en-US"/>
        </a:p>
      </dgm:t>
    </dgm:pt>
    <dgm:pt modelId="{04F1F460-DD40-4B65-B945-3FE98B930A2D}" type="sibTrans" cxnId="{E79E7D9B-9035-4D6D-8C6E-1DB1873170FB}">
      <dgm:prSet/>
      <dgm:spPr/>
      <dgm:t>
        <a:bodyPr/>
        <a:lstStyle/>
        <a:p>
          <a:endParaRPr lang="en-US"/>
        </a:p>
      </dgm:t>
    </dgm:pt>
    <dgm:pt modelId="{DBF2618B-0D78-4E70-8091-1874A3169682}">
      <dgm:prSet/>
      <dgm:spPr>
        <a:solidFill>
          <a:schemeClr val="accent1"/>
        </a:solidFill>
      </dgm:spPr>
      <dgm:t>
        <a:bodyPr/>
        <a:lstStyle/>
        <a:p>
          <a:r>
            <a:rPr lang="en-US" b="1" dirty="0"/>
            <a:t>Fast-</a:t>
          </a:r>
          <a:r>
            <a:rPr lang="en-US" b="1" dirty="0" err="1"/>
            <a:t>DetectGPT</a:t>
          </a:r>
          <a:r>
            <a:rPr lang="en-US" b="1" dirty="0"/>
            <a:t> (Bao et al., 2024)</a:t>
          </a:r>
          <a:endParaRPr lang="en-US" dirty="0"/>
        </a:p>
      </dgm:t>
    </dgm:pt>
    <dgm:pt modelId="{3D429FF6-D161-4C24-AC90-3346793A0A1C}" type="parTrans" cxnId="{01E133A6-5466-4296-A284-A04841AC7030}">
      <dgm:prSet/>
      <dgm:spPr/>
      <dgm:t>
        <a:bodyPr/>
        <a:lstStyle/>
        <a:p>
          <a:endParaRPr lang="en-US"/>
        </a:p>
      </dgm:t>
    </dgm:pt>
    <dgm:pt modelId="{80278C94-345E-4F43-A8C3-AFFB40674A1C}" type="sibTrans" cxnId="{01E133A6-5466-4296-A284-A04841AC7030}">
      <dgm:prSet/>
      <dgm:spPr/>
      <dgm:t>
        <a:bodyPr/>
        <a:lstStyle/>
        <a:p>
          <a:endParaRPr lang="en-US"/>
        </a:p>
      </dgm:t>
    </dgm:pt>
    <dgm:pt modelId="{565FB848-A4F6-4C55-A7B9-0E61B990C6E9}">
      <dgm:prSet/>
      <dgm:spPr/>
      <dgm:t>
        <a:bodyPr/>
        <a:lstStyle/>
        <a:p>
          <a:r>
            <a:rPr lang="en-US"/>
            <a:t>Optimizes DetectGPT using conditional probability curvature approximation.</a:t>
          </a:r>
        </a:p>
      </dgm:t>
    </dgm:pt>
    <dgm:pt modelId="{E5FB02DB-A431-45C5-89FD-767CB4EB898E}" type="parTrans" cxnId="{B01DF4A2-DAE6-4BF7-A75D-233113D9D474}">
      <dgm:prSet/>
      <dgm:spPr/>
      <dgm:t>
        <a:bodyPr/>
        <a:lstStyle/>
        <a:p>
          <a:endParaRPr lang="en-US"/>
        </a:p>
      </dgm:t>
    </dgm:pt>
    <dgm:pt modelId="{33F47AB5-45A6-4789-9953-8810AD4B2B77}" type="sibTrans" cxnId="{B01DF4A2-DAE6-4BF7-A75D-233113D9D474}">
      <dgm:prSet/>
      <dgm:spPr/>
      <dgm:t>
        <a:bodyPr/>
        <a:lstStyle/>
        <a:p>
          <a:endParaRPr lang="en-US"/>
        </a:p>
      </dgm:t>
    </dgm:pt>
    <dgm:pt modelId="{7EBFE147-AE53-4CD8-84E6-4792A533F39A}">
      <dgm:prSet/>
      <dgm:spPr/>
      <dgm:t>
        <a:bodyPr/>
        <a:lstStyle/>
        <a:p>
          <a:r>
            <a:rPr lang="en-US"/>
            <a:t>Maintains similar performance with </a:t>
          </a:r>
          <a:r>
            <a:rPr lang="en-US" b="1"/>
            <a:t>reduced compute cost</a:t>
          </a:r>
          <a:r>
            <a:rPr lang="en-US"/>
            <a:t>.</a:t>
          </a:r>
        </a:p>
      </dgm:t>
    </dgm:pt>
    <dgm:pt modelId="{04B12390-263D-47B5-ADC1-6A0B8404C7AE}" type="parTrans" cxnId="{8DD28FAD-40D6-4EFC-A437-9D0B523BA45C}">
      <dgm:prSet/>
      <dgm:spPr/>
      <dgm:t>
        <a:bodyPr/>
        <a:lstStyle/>
        <a:p>
          <a:endParaRPr lang="en-US"/>
        </a:p>
      </dgm:t>
    </dgm:pt>
    <dgm:pt modelId="{46352D54-D321-47D2-B3E3-A274EDF0483D}" type="sibTrans" cxnId="{8DD28FAD-40D6-4EFC-A437-9D0B523BA45C}">
      <dgm:prSet/>
      <dgm:spPr/>
      <dgm:t>
        <a:bodyPr/>
        <a:lstStyle/>
        <a:p>
          <a:endParaRPr lang="en-US"/>
        </a:p>
      </dgm:t>
    </dgm:pt>
    <dgm:pt modelId="{551F975F-804A-40F9-AE6A-F50A4E2BCB4D}">
      <dgm:prSet/>
      <dgm:spPr/>
      <dgm:t>
        <a:bodyPr/>
        <a:lstStyle/>
        <a:p>
          <a:r>
            <a:rPr lang="en-US" b="1"/>
            <a:t>Limitation:</a:t>
          </a:r>
          <a:r>
            <a:rPr lang="en-US"/>
            <a:t> Still relies on probability access; not fully black-box.</a:t>
          </a:r>
        </a:p>
      </dgm:t>
    </dgm:pt>
    <dgm:pt modelId="{6EEA2EF7-7C6B-4B87-98DE-2F6A2361FBFC}" type="parTrans" cxnId="{9EDA141B-E8D0-46C5-9768-DA9AC4AF63EC}">
      <dgm:prSet/>
      <dgm:spPr/>
      <dgm:t>
        <a:bodyPr/>
        <a:lstStyle/>
        <a:p>
          <a:endParaRPr lang="en-US"/>
        </a:p>
      </dgm:t>
    </dgm:pt>
    <dgm:pt modelId="{6FB95A02-FA75-4BF8-ACB6-0B30E4A77854}" type="sibTrans" cxnId="{9EDA141B-E8D0-46C5-9768-DA9AC4AF63EC}">
      <dgm:prSet/>
      <dgm:spPr/>
      <dgm:t>
        <a:bodyPr/>
        <a:lstStyle/>
        <a:p>
          <a:endParaRPr lang="en-US"/>
        </a:p>
      </dgm:t>
    </dgm:pt>
    <dgm:pt modelId="{0E8ADB62-EC44-41DB-9049-8E4E34D09633}">
      <dgm:prSet/>
      <dgm:spPr>
        <a:solidFill>
          <a:schemeClr val="accent1"/>
        </a:solidFill>
      </dgm:spPr>
      <dgm:t>
        <a:bodyPr/>
        <a:lstStyle/>
        <a:p>
          <a:r>
            <a:rPr lang="en-US" b="1" dirty="0"/>
            <a:t>DNA-GPT (Yang et al., 2023)</a:t>
          </a:r>
          <a:endParaRPr lang="en-US" dirty="0"/>
        </a:p>
      </dgm:t>
    </dgm:pt>
    <dgm:pt modelId="{948B9822-27C8-455B-8EF4-7B1BE71A23C7}" type="parTrans" cxnId="{1B75C121-301F-4566-AA32-634FA33DD725}">
      <dgm:prSet/>
      <dgm:spPr/>
      <dgm:t>
        <a:bodyPr/>
        <a:lstStyle/>
        <a:p>
          <a:endParaRPr lang="en-US"/>
        </a:p>
      </dgm:t>
    </dgm:pt>
    <dgm:pt modelId="{210AB938-DA9F-4232-8687-D57DDDE58A4F}" type="sibTrans" cxnId="{1B75C121-301F-4566-AA32-634FA33DD725}">
      <dgm:prSet/>
      <dgm:spPr/>
      <dgm:t>
        <a:bodyPr/>
        <a:lstStyle/>
        <a:p>
          <a:endParaRPr lang="en-US"/>
        </a:p>
      </dgm:t>
    </dgm:pt>
    <dgm:pt modelId="{8586F375-05F7-4D9B-B3D3-9C48E9C2D6D4}">
      <dgm:prSet/>
      <dgm:spPr/>
      <dgm:t>
        <a:bodyPr/>
        <a:lstStyle/>
        <a:p>
          <a:r>
            <a:rPr lang="en-US" dirty="0"/>
            <a:t>Truncates and regenerates text; measures divergence between original and LLM continuation.</a:t>
          </a:r>
        </a:p>
      </dgm:t>
    </dgm:pt>
    <dgm:pt modelId="{C0E91131-B54B-4258-96BA-209D96921C52}" type="parTrans" cxnId="{601C30CA-F95F-4BA6-95B6-8965331485F9}">
      <dgm:prSet/>
      <dgm:spPr/>
      <dgm:t>
        <a:bodyPr/>
        <a:lstStyle/>
        <a:p>
          <a:endParaRPr lang="en-US"/>
        </a:p>
      </dgm:t>
    </dgm:pt>
    <dgm:pt modelId="{266B8F79-8160-4540-980C-23CC070E7542}" type="sibTrans" cxnId="{601C30CA-F95F-4BA6-95B6-8965331485F9}">
      <dgm:prSet/>
      <dgm:spPr/>
      <dgm:t>
        <a:bodyPr/>
        <a:lstStyle/>
        <a:p>
          <a:endParaRPr lang="en-US"/>
        </a:p>
      </dgm:t>
    </dgm:pt>
    <dgm:pt modelId="{111A39F1-9ADD-4DA8-89C7-97F11756FBE6}">
      <dgm:prSet/>
      <dgm:spPr/>
      <dgm:t>
        <a:bodyPr/>
        <a:lstStyle/>
        <a:p>
          <a:r>
            <a:rPr lang="en-US"/>
            <a:t>Works in both black-box and white-box modes.</a:t>
          </a:r>
        </a:p>
      </dgm:t>
    </dgm:pt>
    <dgm:pt modelId="{08721EDF-2859-45A9-B75A-3EE762B22BEA}" type="parTrans" cxnId="{D46D2197-51C5-4439-802B-3D2A7147894A}">
      <dgm:prSet/>
      <dgm:spPr/>
      <dgm:t>
        <a:bodyPr/>
        <a:lstStyle/>
        <a:p>
          <a:endParaRPr lang="en-US"/>
        </a:p>
      </dgm:t>
    </dgm:pt>
    <dgm:pt modelId="{52EB92FD-BD05-4EF2-A3F7-1D2514C559DA}" type="sibTrans" cxnId="{D46D2197-51C5-4439-802B-3D2A7147894A}">
      <dgm:prSet/>
      <dgm:spPr/>
      <dgm:t>
        <a:bodyPr/>
        <a:lstStyle/>
        <a:p>
          <a:endParaRPr lang="en-US"/>
        </a:p>
      </dgm:t>
    </dgm:pt>
    <dgm:pt modelId="{B351CB39-CD2C-4BEA-80D1-C8F8F9F7E3AE}">
      <dgm:prSet/>
      <dgm:spPr/>
      <dgm:t>
        <a:bodyPr/>
        <a:lstStyle/>
        <a:p>
          <a:r>
            <a:rPr lang="en-US" b="1" dirty="0"/>
            <a:t>Limitation:</a:t>
          </a:r>
          <a:r>
            <a:rPr lang="en-US" dirty="0"/>
            <a:t> Requires regeneration thus </a:t>
          </a:r>
          <a:r>
            <a:rPr lang="en-US" i="1" dirty="0"/>
            <a:t>more compute</a:t>
          </a:r>
          <a:r>
            <a:rPr lang="en-US" dirty="0"/>
            <a:t> and may be sensitive to prompt formatting.</a:t>
          </a:r>
        </a:p>
      </dgm:t>
    </dgm:pt>
    <dgm:pt modelId="{FDAE7A12-96BC-4B71-AD21-808958D36B01}" type="parTrans" cxnId="{6DBAC130-F73D-4BEC-AB04-B39BA56DAF51}">
      <dgm:prSet/>
      <dgm:spPr/>
      <dgm:t>
        <a:bodyPr/>
        <a:lstStyle/>
        <a:p>
          <a:endParaRPr lang="en-US"/>
        </a:p>
      </dgm:t>
    </dgm:pt>
    <dgm:pt modelId="{0B93F4C3-0C69-491D-BC62-FEC6E81615D0}" type="sibTrans" cxnId="{6DBAC130-F73D-4BEC-AB04-B39BA56DAF51}">
      <dgm:prSet/>
      <dgm:spPr/>
      <dgm:t>
        <a:bodyPr/>
        <a:lstStyle/>
        <a:p>
          <a:endParaRPr lang="en-US"/>
        </a:p>
      </dgm:t>
    </dgm:pt>
    <dgm:pt modelId="{B812A86C-9AEB-4EC5-9191-D7308642C68A}" type="pres">
      <dgm:prSet presAssocID="{D797D000-5F7F-4B0F-9A81-B8C63F98601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94D84B4-324A-4CF9-B70E-7A6A4FDC1D44}" type="pres">
      <dgm:prSet presAssocID="{CCC410FF-4A1E-40DD-91D1-3B0B31FE36CF}" presName="root" presStyleCnt="0"/>
      <dgm:spPr/>
    </dgm:pt>
    <dgm:pt modelId="{0F60D290-B1DB-4250-9586-828C7E8F767B}" type="pres">
      <dgm:prSet presAssocID="{CCC410FF-4A1E-40DD-91D1-3B0B31FE36CF}" presName="rootComposite" presStyleCnt="0"/>
      <dgm:spPr/>
    </dgm:pt>
    <dgm:pt modelId="{7138760C-9E0A-44AC-AB94-C961FFEEFC8E}" type="pres">
      <dgm:prSet presAssocID="{CCC410FF-4A1E-40DD-91D1-3B0B31FE36CF}" presName="rootText" presStyleLbl="node1" presStyleIdx="0" presStyleCnt="4"/>
      <dgm:spPr/>
    </dgm:pt>
    <dgm:pt modelId="{F76BF2FF-9AD3-41A5-A3A3-E90F1D7BB3C3}" type="pres">
      <dgm:prSet presAssocID="{CCC410FF-4A1E-40DD-91D1-3B0B31FE36CF}" presName="rootConnector" presStyleLbl="node1" presStyleIdx="0" presStyleCnt="4"/>
      <dgm:spPr/>
    </dgm:pt>
    <dgm:pt modelId="{DE5CEFF7-1513-4710-8262-344C24EF465C}" type="pres">
      <dgm:prSet presAssocID="{CCC410FF-4A1E-40DD-91D1-3B0B31FE36CF}" presName="childShape" presStyleCnt="0"/>
      <dgm:spPr/>
    </dgm:pt>
    <dgm:pt modelId="{377DFFC8-86A7-4D30-9DE1-388B1F08F41A}" type="pres">
      <dgm:prSet presAssocID="{4F7F5D83-1A4C-4863-ACF9-2193B8DCD396}" presName="Name13" presStyleLbl="parChTrans1D2" presStyleIdx="0" presStyleCnt="12"/>
      <dgm:spPr/>
    </dgm:pt>
    <dgm:pt modelId="{AD887446-7BBD-4C63-9D33-C868BB2F73F3}" type="pres">
      <dgm:prSet presAssocID="{B1863281-8ED7-40CA-88BD-1150D36F1DD2}" presName="childText" presStyleLbl="bgAcc1" presStyleIdx="0" presStyleCnt="12">
        <dgm:presLayoutVars>
          <dgm:bulletEnabled val="1"/>
        </dgm:presLayoutVars>
      </dgm:prSet>
      <dgm:spPr/>
    </dgm:pt>
    <dgm:pt modelId="{7B359B4A-76E9-49BA-B4E7-5FCB169CD9C8}" type="pres">
      <dgm:prSet presAssocID="{F61DBDD0-691E-40FB-A26A-6CC708069729}" presName="Name13" presStyleLbl="parChTrans1D2" presStyleIdx="1" presStyleCnt="12"/>
      <dgm:spPr/>
    </dgm:pt>
    <dgm:pt modelId="{31962B4F-76FB-4913-BE82-9146E215F897}" type="pres">
      <dgm:prSet presAssocID="{9BBC5ABB-C8E4-4A89-A8DE-09B02619F442}" presName="childText" presStyleLbl="bgAcc1" presStyleIdx="1" presStyleCnt="12">
        <dgm:presLayoutVars>
          <dgm:bulletEnabled val="1"/>
        </dgm:presLayoutVars>
      </dgm:prSet>
      <dgm:spPr/>
    </dgm:pt>
    <dgm:pt modelId="{760F557A-49A3-4FDD-B878-EE1B5D663886}" type="pres">
      <dgm:prSet presAssocID="{B58199B7-7D46-4F02-A298-B1CFA68D1DB5}" presName="Name13" presStyleLbl="parChTrans1D2" presStyleIdx="2" presStyleCnt="12"/>
      <dgm:spPr/>
    </dgm:pt>
    <dgm:pt modelId="{5F4A4352-6CD4-473D-B15A-F218ED50C688}" type="pres">
      <dgm:prSet presAssocID="{1B58E927-034C-43A8-BE9F-B72461B74D7D}" presName="childText" presStyleLbl="bgAcc1" presStyleIdx="2" presStyleCnt="12">
        <dgm:presLayoutVars>
          <dgm:bulletEnabled val="1"/>
        </dgm:presLayoutVars>
      </dgm:prSet>
      <dgm:spPr/>
    </dgm:pt>
    <dgm:pt modelId="{A01B74A8-AFF8-4C1F-8259-318D1982C843}" type="pres">
      <dgm:prSet presAssocID="{92657398-BBCD-4106-820B-C7BFE96F994E}" presName="root" presStyleCnt="0"/>
      <dgm:spPr/>
    </dgm:pt>
    <dgm:pt modelId="{08CAA754-CEF0-45AD-9C8A-F2EA17C54D05}" type="pres">
      <dgm:prSet presAssocID="{92657398-BBCD-4106-820B-C7BFE96F994E}" presName="rootComposite" presStyleCnt="0"/>
      <dgm:spPr/>
    </dgm:pt>
    <dgm:pt modelId="{6BB5586B-BD6B-41F1-9F1D-8ED953B790EB}" type="pres">
      <dgm:prSet presAssocID="{92657398-BBCD-4106-820B-C7BFE96F994E}" presName="rootText" presStyleLbl="node1" presStyleIdx="1" presStyleCnt="4"/>
      <dgm:spPr/>
    </dgm:pt>
    <dgm:pt modelId="{3E84EDE3-9806-47B9-A788-D16AC6321FAF}" type="pres">
      <dgm:prSet presAssocID="{92657398-BBCD-4106-820B-C7BFE96F994E}" presName="rootConnector" presStyleLbl="node1" presStyleIdx="1" presStyleCnt="4"/>
      <dgm:spPr/>
    </dgm:pt>
    <dgm:pt modelId="{4FBF41F7-BAB2-43C5-AE96-8A0598105328}" type="pres">
      <dgm:prSet presAssocID="{92657398-BBCD-4106-820B-C7BFE96F994E}" presName="childShape" presStyleCnt="0"/>
      <dgm:spPr/>
    </dgm:pt>
    <dgm:pt modelId="{0A5FC498-18F7-450B-BC32-CEFA8BDC1010}" type="pres">
      <dgm:prSet presAssocID="{C738D345-B2F2-4A07-B7E8-DE6C9A9E8150}" presName="Name13" presStyleLbl="parChTrans1D2" presStyleIdx="3" presStyleCnt="12"/>
      <dgm:spPr/>
    </dgm:pt>
    <dgm:pt modelId="{0A089F54-AA4C-4F99-B07D-373B6456C09E}" type="pres">
      <dgm:prSet presAssocID="{D65597A6-0EE1-413F-A763-8F444F1B12A4}" presName="childText" presStyleLbl="bgAcc1" presStyleIdx="3" presStyleCnt="12">
        <dgm:presLayoutVars>
          <dgm:bulletEnabled val="1"/>
        </dgm:presLayoutVars>
      </dgm:prSet>
      <dgm:spPr/>
    </dgm:pt>
    <dgm:pt modelId="{9EBD16FC-996D-46D8-AC53-39E0470DCCD4}" type="pres">
      <dgm:prSet presAssocID="{DE08091E-FCF8-4B83-94A9-42E9A50B0404}" presName="Name13" presStyleLbl="parChTrans1D2" presStyleIdx="4" presStyleCnt="12"/>
      <dgm:spPr/>
    </dgm:pt>
    <dgm:pt modelId="{DAAE744D-6CBC-4992-A418-481E028C2DAF}" type="pres">
      <dgm:prSet presAssocID="{345BB3E3-1D9F-45D2-9021-6C15FC1BAF5B}" presName="childText" presStyleLbl="bgAcc1" presStyleIdx="4" presStyleCnt="12">
        <dgm:presLayoutVars>
          <dgm:bulletEnabled val="1"/>
        </dgm:presLayoutVars>
      </dgm:prSet>
      <dgm:spPr/>
    </dgm:pt>
    <dgm:pt modelId="{6FBF8807-522F-4452-839B-FD56DA55196E}" type="pres">
      <dgm:prSet presAssocID="{7E808FB3-7B43-4409-8BA5-D765358DD3CA}" presName="Name13" presStyleLbl="parChTrans1D2" presStyleIdx="5" presStyleCnt="12"/>
      <dgm:spPr/>
    </dgm:pt>
    <dgm:pt modelId="{BBD47418-CD19-4426-BD08-81034548C4A5}" type="pres">
      <dgm:prSet presAssocID="{18EDE5CE-4ED8-47AE-8A3E-D55B3F26CD8E}" presName="childText" presStyleLbl="bgAcc1" presStyleIdx="5" presStyleCnt="12">
        <dgm:presLayoutVars>
          <dgm:bulletEnabled val="1"/>
        </dgm:presLayoutVars>
      </dgm:prSet>
      <dgm:spPr/>
    </dgm:pt>
    <dgm:pt modelId="{3022AC1F-CDDC-4837-AB47-ECCB2587AB40}" type="pres">
      <dgm:prSet presAssocID="{DBF2618B-0D78-4E70-8091-1874A3169682}" presName="root" presStyleCnt="0"/>
      <dgm:spPr/>
    </dgm:pt>
    <dgm:pt modelId="{2841A8D8-BE5D-4147-8D92-81DE7B359CF5}" type="pres">
      <dgm:prSet presAssocID="{DBF2618B-0D78-4E70-8091-1874A3169682}" presName="rootComposite" presStyleCnt="0"/>
      <dgm:spPr/>
    </dgm:pt>
    <dgm:pt modelId="{25A5320A-20C1-4F2B-8156-83D8E13A014C}" type="pres">
      <dgm:prSet presAssocID="{DBF2618B-0D78-4E70-8091-1874A3169682}" presName="rootText" presStyleLbl="node1" presStyleIdx="2" presStyleCnt="4"/>
      <dgm:spPr/>
    </dgm:pt>
    <dgm:pt modelId="{54BDB649-0CDE-4694-9F8F-370D26BBF135}" type="pres">
      <dgm:prSet presAssocID="{DBF2618B-0D78-4E70-8091-1874A3169682}" presName="rootConnector" presStyleLbl="node1" presStyleIdx="2" presStyleCnt="4"/>
      <dgm:spPr/>
    </dgm:pt>
    <dgm:pt modelId="{51939A4B-0E00-4A91-8145-6A8685223F25}" type="pres">
      <dgm:prSet presAssocID="{DBF2618B-0D78-4E70-8091-1874A3169682}" presName="childShape" presStyleCnt="0"/>
      <dgm:spPr/>
    </dgm:pt>
    <dgm:pt modelId="{BD39B6EE-FF53-4DAA-96D8-30A1315CCB41}" type="pres">
      <dgm:prSet presAssocID="{E5FB02DB-A431-45C5-89FD-767CB4EB898E}" presName="Name13" presStyleLbl="parChTrans1D2" presStyleIdx="6" presStyleCnt="12"/>
      <dgm:spPr/>
    </dgm:pt>
    <dgm:pt modelId="{406040CC-5739-43AB-B2A1-7871437DD7B0}" type="pres">
      <dgm:prSet presAssocID="{565FB848-A4F6-4C55-A7B9-0E61B990C6E9}" presName="childText" presStyleLbl="bgAcc1" presStyleIdx="6" presStyleCnt="12">
        <dgm:presLayoutVars>
          <dgm:bulletEnabled val="1"/>
        </dgm:presLayoutVars>
      </dgm:prSet>
      <dgm:spPr/>
    </dgm:pt>
    <dgm:pt modelId="{BBD91BCF-6F24-4C6B-9B4F-F2283397D758}" type="pres">
      <dgm:prSet presAssocID="{04B12390-263D-47B5-ADC1-6A0B8404C7AE}" presName="Name13" presStyleLbl="parChTrans1D2" presStyleIdx="7" presStyleCnt="12"/>
      <dgm:spPr/>
    </dgm:pt>
    <dgm:pt modelId="{52599A33-389E-495B-B355-1BDB8215C930}" type="pres">
      <dgm:prSet presAssocID="{7EBFE147-AE53-4CD8-84E6-4792A533F39A}" presName="childText" presStyleLbl="bgAcc1" presStyleIdx="7" presStyleCnt="12">
        <dgm:presLayoutVars>
          <dgm:bulletEnabled val="1"/>
        </dgm:presLayoutVars>
      </dgm:prSet>
      <dgm:spPr/>
    </dgm:pt>
    <dgm:pt modelId="{F4361344-7D4B-431E-8041-0D639AA348CC}" type="pres">
      <dgm:prSet presAssocID="{6EEA2EF7-7C6B-4B87-98DE-2F6A2361FBFC}" presName="Name13" presStyleLbl="parChTrans1D2" presStyleIdx="8" presStyleCnt="12"/>
      <dgm:spPr/>
    </dgm:pt>
    <dgm:pt modelId="{B363BD2D-075A-4772-80BD-F9F499B3E66B}" type="pres">
      <dgm:prSet presAssocID="{551F975F-804A-40F9-AE6A-F50A4E2BCB4D}" presName="childText" presStyleLbl="bgAcc1" presStyleIdx="8" presStyleCnt="12">
        <dgm:presLayoutVars>
          <dgm:bulletEnabled val="1"/>
        </dgm:presLayoutVars>
      </dgm:prSet>
      <dgm:spPr/>
    </dgm:pt>
    <dgm:pt modelId="{727CA0C7-F69E-476E-8242-8D6B40182341}" type="pres">
      <dgm:prSet presAssocID="{0E8ADB62-EC44-41DB-9049-8E4E34D09633}" presName="root" presStyleCnt="0"/>
      <dgm:spPr/>
    </dgm:pt>
    <dgm:pt modelId="{AB484AD8-8A43-4B20-BC1D-0778D7C513D6}" type="pres">
      <dgm:prSet presAssocID="{0E8ADB62-EC44-41DB-9049-8E4E34D09633}" presName="rootComposite" presStyleCnt="0"/>
      <dgm:spPr/>
    </dgm:pt>
    <dgm:pt modelId="{AA669E3F-19BE-4275-B77B-8495E9EB4888}" type="pres">
      <dgm:prSet presAssocID="{0E8ADB62-EC44-41DB-9049-8E4E34D09633}" presName="rootText" presStyleLbl="node1" presStyleIdx="3" presStyleCnt="4"/>
      <dgm:spPr/>
    </dgm:pt>
    <dgm:pt modelId="{94993860-C59B-4CC6-8205-EE6D6B361C8E}" type="pres">
      <dgm:prSet presAssocID="{0E8ADB62-EC44-41DB-9049-8E4E34D09633}" presName="rootConnector" presStyleLbl="node1" presStyleIdx="3" presStyleCnt="4"/>
      <dgm:spPr/>
    </dgm:pt>
    <dgm:pt modelId="{CE8ED537-2287-4FDB-9F72-1F44FC687064}" type="pres">
      <dgm:prSet presAssocID="{0E8ADB62-EC44-41DB-9049-8E4E34D09633}" presName="childShape" presStyleCnt="0"/>
      <dgm:spPr/>
    </dgm:pt>
    <dgm:pt modelId="{B6B22C72-440B-49C0-824A-0930CC6416C5}" type="pres">
      <dgm:prSet presAssocID="{C0E91131-B54B-4258-96BA-209D96921C52}" presName="Name13" presStyleLbl="parChTrans1D2" presStyleIdx="9" presStyleCnt="12"/>
      <dgm:spPr/>
    </dgm:pt>
    <dgm:pt modelId="{6C1B3673-E3DC-4189-B9E4-85EE1D2F6859}" type="pres">
      <dgm:prSet presAssocID="{8586F375-05F7-4D9B-B3D3-9C48E9C2D6D4}" presName="childText" presStyleLbl="bgAcc1" presStyleIdx="9" presStyleCnt="12">
        <dgm:presLayoutVars>
          <dgm:bulletEnabled val="1"/>
        </dgm:presLayoutVars>
      </dgm:prSet>
      <dgm:spPr/>
    </dgm:pt>
    <dgm:pt modelId="{538DF102-697D-4EED-8E53-8EB52B05AC86}" type="pres">
      <dgm:prSet presAssocID="{08721EDF-2859-45A9-B75A-3EE762B22BEA}" presName="Name13" presStyleLbl="parChTrans1D2" presStyleIdx="10" presStyleCnt="12"/>
      <dgm:spPr/>
    </dgm:pt>
    <dgm:pt modelId="{DC97311F-8CFF-447C-861B-2085F42192E0}" type="pres">
      <dgm:prSet presAssocID="{111A39F1-9ADD-4DA8-89C7-97F11756FBE6}" presName="childText" presStyleLbl="bgAcc1" presStyleIdx="10" presStyleCnt="12">
        <dgm:presLayoutVars>
          <dgm:bulletEnabled val="1"/>
        </dgm:presLayoutVars>
      </dgm:prSet>
      <dgm:spPr/>
    </dgm:pt>
    <dgm:pt modelId="{03D1226B-2029-4F62-8219-0F18D5538118}" type="pres">
      <dgm:prSet presAssocID="{FDAE7A12-96BC-4B71-AD21-808958D36B01}" presName="Name13" presStyleLbl="parChTrans1D2" presStyleIdx="11" presStyleCnt="12"/>
      <dgm:spPr/>
    </dgm:pt>
    <dgm:pt modelId="{6B752725-E6FE-4890-87C2-7E2672BD22D1}" type="pres">
      <dgm:prSet presAssocID="{B351CB39-CD2C-4BEA-80D1-C8F8F9F7E3AE}" presName="childText" presStyleLbl="bgAcc1" presStyleIdx="11" presStyleCnt="12">
        <dgm:presLayoutVars>
          <dgm:bulletEnabled val="1"/>
        </dgm:presLayoutVars>
      </dgm:prSet>
      <dgm:spPr/>
    </dgm:pt>
  </dgm:ptLst>
  <dgm:cxnLst>
    <dgm:cxn modelId="{63EA890C-B299-40F1-8008-6C70AFB27F7B}" srcId="{92657398-BBCD-4106-820B-C7BFE96F994E}" destId="{D65597A6-0EE1-413F-A763-8F444F1B12A4}" srcOrd="0" destOrd="0" parTransId="{C738D345-B2F2-4A07-B7E8-DE6C9A9E8150}" sibTransId="{B48400CF-0C88-4310-BDFE-AA43C6BD8074}"/>
    <dgm:cxn modelId="{D7EB2A0F-C31C-4499-B56A-07F07CDDE45B}" type="presOf" srcId="{B1863281-8ED7-40CA-88BD-1150D36F1DD2}" destId="{AD887446-7BBD-4C63-9D33-C868BB2F73F3}" srcOrd="0" destOrd="0" presId="urn:microsoft.com/office/officeart/2005/8/layout/hierarchy3"/>
    <dgm:cxn modelId="{8E0DBB0F-C433-406D-836C-DF7D195D8E75}" srcId="{CCC410FF-4A1E-40DD-91D1-3B0B31FE36CF}" destId="{9BBC5ABB-C8E4-4A89-A8DE-09B02619F442}" srcOrd="1" destOrd="0" parTransId="{F61DBDD0-691E-40FB-A26A-6CC708069729}" sibTransId="{DA7C08B8-F9DA-4EE6-AD50-8D3C2A4D64EC}"/>
    <dgm:cxn modelId="{9EDA141B-E8D0-46C5-9768-DA9AC4AF63EC}" srcId="{DBF2618B-0D78-4E70-8091-1874A3169682}" destId="{551F975F-804A-40F9-AE6A-F50A4E2BCB4D}" srcOrd="2" destOrd="0" parTransId="{6EEA2EF7-7C6B-4B87-98DE-2F6A2361FBFC}" sibTransId="{6FB95A02-FA75-4BF8-ACB6-0B30E4A77854}"/>
    <dgm:cxn modelId="{D0C1991E-433D-4D18-AB67-83BC3C854B5D}" srcId="{92657398-BBCD-4106-820B-C7BFE96F994E}" destId="{345BB3E3-1D9F-45D2-9021-6C15FC1BAF5B}" srcOrd="1" destOrd="0" parTransId="{DE08091E-FCF8-4B83-94A9-42E9A50B0404}" sibTransId="{35FFE00A-CCE7-4531-8CB9-166F47E20F58}"/>
    <dgm:cxn modelId="{1B75C121-301F-4566-AA32-634FA33DD725}" srcId="{D797D000-5F7F-4B0F-9A81-B8C63F986013}" destId="{0E8ADB62-EC44-41DB-9049-8E4E34D09633}" srcOrd="3" destOrd="0" parTransId="{948B9822-27C8-455B-8EF4-7B1BE71A23C7}" sibTransId="{210AB938-DA9F-4232-8687-D57DDDE58A4F}"/>
    <dgm:cxn modelId="{13A7682B-011C-48B1-8B1D-6ACFBACFA62E}" type="presOf" srcId="{DBF2618B-0D78-4E70-8091-1874A3169682}" destId="{54BDB649-0CDE-4694-9F8F-370D26BBF135}" srcOrd="1" destOrd="0" presId="urn:microsoft.com/office/officeart/2005/8/layout/hierarchy3"/>
    <dgm:cxn modelId="{6869F22B-34B3-4E56-B20A-30E0CE1D13AF}" type="presOf" srcId="{DE08091E-FCF8-4B83-94A9-42E9A50B0404}" destId="{9EBD16FC-996D-46D8-AC53-39E0470DCCD4}" srcOrd="0" destOrd="0" presId="urn:microsoft.com/office/officeart/2005/8/layout/hierarchy3"/>
    <dgm:cxn modelId="{6DBAC130-F73D-4BEC-AB04-B39BA56DAF51}" srcId="{0E8ADB62-EC44-41DB-9049-8E4E34D09633}" destId="{B351CB39-CD2C-4BEA-80D1-C8F8F9F7E3AE}" srcOrd="2" destOrd="0" parTransId="{FDAE7A12-96BC-4B71-AD21-808958D36B01}" sibTransId="{0B93F4C3-0C69-491D-BC62-FEC6E81615D0}"/>
    <dgm:cxn modelId="{828EB43A-DF4D-480C-9538-3761B1DCA5D7}" type="presOf" srcId="{D797D000-5F7F-4B0F-9A81-B8C63F986013}" destId="{B812A86C-9AEB-4EC5-9191-D7308642C68A}" srcOrd="0" destOrd="0" presId="urn:microsoft.com/office/officeart/2005/8/layout/hierarchy3"/>
    <dgm:cxn modelId="{0540705E-62C4-453B-B968-CCB76CD066BF}" type="presOf" srcId="{9BBC5ABB-C8E4-4A89-A8DE-09B02619F442}" destId="{31962B4F-76FB-4913-BE82-9146E215F897}" srcOrd="0" destOrd="0" presId="urn:microsoft.com/office/officeart/2005/8/layout/hierarchy3"/>
    <dgm:cxn modelId="{7A8A9747-83EE-4620-930F-E7BCE410FEF4}" type="presOf" srcId="{B58199B7-7D46-4F02-A298-B1CFA68D1DB5}" destId="{760F557A-49A3-4FDD-B878-EE1B5D663886}" srcOrd="0" destOrd="0" presId="urn:microsoft.com/office/officeart/2005/8/layout/hierarchy3"/>
    <dgm:cxn modelId="{DEFF024F-6BA8-4D9C-843F-9C0B9C2EEB10}" type="presOf" srcId="{111A39F1-9ADD-4DA8-89C7-97F11756FBE6}" destId="{DC97311F-8CFF-447C-861B-2085F42192E0}" srcOrd="0" destOrd="0" presId="urn:microsoft.com/office/officeart/2005/8/layout/hierarchy3"/>
    <dgm:cxn modelId="{1E5E4B51-D644-4A27-971C-66BFCDDBD08C}" type="presOf" srcId="{92657398-BBCD-4106-820B-C7BFE96F994E}" destId="{3E84EDE3-9806-47B9-A788-D16AC6321FAF}" srcOrd="1" destOrd="0" presId="urn:microsoft.com/office/officeart/2005/8/layout/hierarchy3"/>
    <dgm:cxn modelId="{B8070876-AD2F-48AE-BB19-067EE3233A39}" type="presOf" srcId="{551F975F-804A-40F9-AE6A-F50A4E2BCB4D}" destId="{B363BD2D-075A-4772-80BD-F9F499B3E66B}" srcOrd="0" destOrd="0" presId="urn:microsoft.com/office/officeart/2005/8/layout/hierarchy3"/>
    <dgm:cxn modelId="{8F093356-CEA0-4EB7-9FD8-6FB076280CD9}" srcId="{CCC410FF-4A1E-40DD-91D1-3B0B31FE36CF}" destId="{1B58E927-034C-43A8-BE9F-B72461B74D7D}" srcOrd="2" destOrd="0" parTransId="{B58199B7-7D46-4F02-A298-B1CFA68D1DB5}" sibTransId="{97D23864-6F82-4C4C-BD5A-FEEFEBF4981C}"/>
    <dgm:cxn modelId="{F806817B-F78B-4C26-B7CE-780FBF19DCDA}" type="presOf" srcId="{4F7F5D83-1A4C-4863-ACF9-2193B8DCD396}" destId="{377DFFC8-86A7-4D30-9DE1-388B1F08F41A}" srcOrd="0" destOrd="0" presId="urn:microsoft.com/office/officeart/2005/8/layout/hierarchy3"/>
    <dgm:cxn modelId="{20C87E7C-4FB1-4C7C-BF22-702F6AE53C9B}" type="presOf" srcId="{E5FB02DB-A431-45C5-89FD-767CB4EB898E}" destId="{BD39B6EE-FF53-4DAA-96D8-30A1315CCB41}" srcOrd="0" destOrd="0" presId="urn:microsoft.com/office/officeart/2005/8/layout/hierarchy3"/>
    <dgm:cxn modelId="{10C25981-6810-4C4B-BEED-EF206C3776FF}" type="presOf" srcId="{92657398-BBCD-4106-820B-C7BFE96F994E}" destId="{6BB5586B-BD6B-41F1-9F1D-8ED953B790EB}" srcOrd="0" destOrd="0" presId="urn:microsoft.com/office/officeart/2005/8/layout/hierarchy3"/>
    <dgm:cxn modelId="{018C4A84-C5A9-41CB-9606-99DF3DEC0100}" type="presOf" srcId="{8586F375-05F7-4D9B-B3D3-9C48E9C2D6D4}" destId="{6C1B3673-E3DC-4189-B9E4-85EE1D2F6859}" srcOrd="0" destOrd="0" presId="urn:microsoft.com/office/officeart/2005/8/layout/hierarchy3"/>
    <dgm:cxn modelId="{07C65A8B-EAA0-427B-9197-2FA81B615EF3}" type="presOf" srcId="{6EEA2EF7-7C6B-4B87-98DE-2F6A2361FBFC}" destId="{F4361344-7D4B-431E-8041-0D639AA348CC}" srcOrd="0" destOrd="0" presId="urn:microsoft.com/office/officeart/2005/8/layout/hierarchy3"/>
    <dgm:cxn modelId="{980B3D90-E4EF-4F7A-8359-47C486DAD8B3}" type="presOf" srcId="{04B12390-263D-47B5-ADC1-6A0B8404C7AE}" destId="{BBD91BCF-6F24-4C6B-9B4F-F2283397D758}" srcOrd="0" destOrd="0" presId="urn:microsoft.com/office/officeart/2005/8/layout/hierarchy3"/>
    <dgm:cxn modelId="{B924FA90-2E72-45E8-8E2B-89328669CFCA}" type="presOf" srcId="{CCC410FF-4A1E-40DD-91D1-3B0B31FE36CF}" destId="{F76BF2FF-9AD3-41A5-A3A3-E90F1D7BB3C3}" srcOrd="1" destOrd="0" presId="urn:microsoft.com/office/officeart/2005/8/layout/hierarchy3"/>
    <dgm:cxn modelId="{BD829C94-DD59-4964-9116-ED83BD07EE03}" type="presOf" srcId="{1B58E927-034C-43A8-BE9F-B72461B74D7D}" destId="{5F4A4352-6CD4-473D-B15A-F218ED50C688}" srcOrd="0" destOrd="0" presId="urn:microsoft.com/office/officeart/2005/8/layout/hierarchy3"/>
    <dgm:cxn modelId="{D46D2197-51C5-4439-802B-3D2A7147894A}" srcId="{0E8ADB62-EC44-41DB-9049-8E4E34D09633}" destId="{111A39F1-9ADD-4DA8-89C7-97F11756FBE6}" srcOrd="1" destOrd="0" parTransId="{08721EDF-2859-45A9-B75A-3EE762B22BEA}" sibTransId="{52EB92FD-BD05-4EF2-A3F7-1D2514C559DA}"/>
    <dgm:cxn modelId="{34AC3A9A-8CCB-4743-9346-959F63319C64}" srcId="{CCC410FF-4A1E-40DD-91D1-3B0B31FE36CF}" destId="{B1863281-8ED7-40CA-88BD-1150D36F1DD2}" srcOrd="0" destOrd="0" parTransId="{4F7F5D83-1A4C-4863-ACF9-2193B8DCD396}" sibTransId="{25DDE841-B011-4986-A8E0-5FEEC1007F79}"/>
    <dgm:cxn modelId="{D429AE9A-96FF-4513-A51C-7AA8A2949E7E}" type="presOf" srcId="{7EBFE147-AE53-4CD8-84E6-4792A533F39A}" destId="{52599A33-389E-495B-B355-1BDB8215C930}" srcOrd="0" destOrd="0" presId="urn:microsoft.com/office/officeart/2005/8/layout/hierarchy3"/>
    <dgm:cxn modelId="{E79E7D9B-9035-4D6D-8C6E-1DB1873170FB}" srcId="{92657398-BBCD-4106-820B-C7BFE96F994E}" destId="{18EDE5CE-4ED8-47AE-8A3E-D55B3F26CD8E}" srcOrd="2" destOrd="0" parTransId="{7E808FB3-7B43-4409-8BA5-D765358DD3CA}" sibTransId="{04F1F460-DD40-4B65-B945-3FE98B930A2D}"/>
    <dgm:cxn modelId="{621DB89B-15F8-4FE4-A8FB-7A517EA1A0F7}" type="presOf" srcId="{0E8ADB62-EC44-41DB-9049-8E4E34D09633}" destId="{AA669E3F-19BE-4275-B77B-8495E9EB4888}" srcOrd="0" destOrd="0" presId="urn:microsoft.com/office/officeart/2005/8/layout/hierarchy3"/>
    <dgm:cxn modelId="{19AA489C-5387-4805-9AD7-F3E25C51CF8A}" type="presOf" srcId="{C0E91131-B54B-4258-96BA-209D96921C52}" destId="{B6B22C72-440B-49C0-824A-0930CC6416C5}" srcOrd="0" destOrd="0" presId="urn:microsoft.com/office/officeart/2005/8/layout/hierarchy3"/>
    <dgm:cxn modelId="{B01DF4A2-DAE6-4BF7-A75D-233113D9D474}" srcId="{DBF2618B-0D78-4E70-8091-1874A3169682}" destId="{565FB848-A4F6-4C55-A7B9-0E61B990C6E9}" srcOrd="0" destOrd="0" parTransId="{E5FB02DB-A431-45C5-89FD-767CB4EB898E}" sibTransId="{33F47AB5-45A6-4789-9953-8810AD4B2B77}"/>
    <dgm:cxn modelId="{01E133A6-5466-4296-A284-A04841AC7030}" srcId="{D797D000-5F7F-4B0F-9A81-B8C63F986013}" destId="{DBF2618B-0D78-4E70-8091-1874A3169682}" srcOrd="2" destOrd="0" parTransId="{3D429FF6-D161-4C24-AC90-3346793A0A1C}" sibTransId="{80278C94-345E-4F43-A8C3-AFFB40674A1C}"/>
    <dgm:cxn modelId="{F64903AD-35E6-4075-988F-DC6F19A840F9}" srcId="{D797D000-5F7F-4B0F-9A81-B8C63F986013}" destId="{92657398-BBCD-4106-820B-C7BFE96F994E}" srcOrd="1" destOrd="0" parTransId="{E5C8C3E8-1BDE-4139-9F5C-AEB0C7AC5390}" sibTransId="{3A7AC456-A87C-42AA-9614-5047BBC66ADB}"/>
    <dgm:cxn modelId="{8DD28FAD-40D6-4EFC-A437-9D0B523BA45C}" srcId="{DBF2618B-0D78-4E70-8091-1874A3169682}" destId="{7EBFE147-AE53-4CD8-84E6-4792A533F39A}" srcOrd="1" destOrd="0" parTransId="{04B12390-263D-47B5-ADC1-6A0B8404C7AE}" sibTransId="{46352D54-D321-47D2-B3E3-A274EDF0483D}"/>
    <dgm:cxn modelId="{38F23DAE-BDB2-41BD-BC28-DC538073A4D8}" type="presOf" srcId="{0E8ADB62-EC44-41DB-9049-8E4E34D09633}" destId="{94993860-C59B-4CC6-8205-EE6D6B361C8E}" srcOrd="1" destOrd="0" presId="urn:microsoft.com/office/officeart/2005/8/layout/hierarchy3"/>
    <dgm:cxn modelId="{5B8C55B0-91F2-49F3-8B34-039FF2B4D699}" type="presOf" srcId="{F61DBDD0-691E-40FB-A26A-6CC708069729}" destId="{7B359B4A-76E9-49BA-B4E7-5FCB169CD9C8}" srcOrd="0" destOrd="0" presId="urn:microsoft.com/office/officeart/2005/8/layout/hierarchy3"/>
    <dgm:cxn modelId="{42A78AB5-6269-4006-818B-55187367DEE9}" srcId="{D797D000-5F7F-4B0F-9A81-B8C63F986013}" destId="{CCC410FF-4A1E-40DD-91D1-3B0B31FE36CF}" srcOrd="0" destOrd="0" parTransId="{E017E998-5827-4BC7-BD4A-C1F5A44F6BEB}" sibTransId="{D74F613D-1DE3-4320-AFDE-B48307973C22}"/>
    <dgm:cxn modelId="{FD2988B9-CC6F-4D33-8694-FDFA8526CB75}" type="presOf" srcId="{18EDE5CE-4ED8-47AE-8A3E-D55B3F26CD8E}" destId="{BBD47418-CD19-4426-BD08-81034548C4A5}" srcOrd="0" destOrd="0" presId="urn:microsoft.com/office/officeart/2005/8/layout/hierarchy3"/>
    <dgm:cxn modelId="{C51EAFBC-83D5-40EA-809E-56C78D1C65B8}" type="presOf" srcId="{345BB3E3-1D9F-45D2-9021-6C15FC1BAF5B}" destId="{DAAE744D-6CBC-4992-A418-481E028C2DAF}" srcOrd="0" destOrd="0" presId="urn:microsoft.com/office/officeart/2005/8/layout/hierarchy3"/>
    <dgm:cxn modelId="{C9F65DC6-62FE-4D3F-A311-F3770A9AD0CB}" type="presOf" srcId="{DBF2618B-0D78-4E70-8091-1874A3169682}" destId="{25A5320A-20C1-4F2B-8156-83D8E13A014C}" srcOrd="0" destOrd="0" presId="urn:microsoft.com/office/officeart/2005/8/layout/hierarchy3"/>
    <dgm:cxn modelId="{601C30CA-F95F-4BA6-95B6-8965331485F9}" srcId="{0E8ADB62-EC44-41DB-9049-8E4E34D09633}" destId="{8586F375-05F7-4D9B-B3D3-9C48E9C2D6D4}" srcOrd="0" destOrd="0" parTransId="{C0E91131-B54B-4258-96BA-209D96921C52}" sibTransId="{266B8F79-8160-4540-980C-23CC070E7542}"/>
    <dgm:cxn modelId="{29B267CF-7BD3-46E8-8718-7E1DE62D94A2}" type="presOf" srcId="{CCC410FF-4A1E-40DD-91D1-3B0B31FE36CF}" destId="{7138760C-9E0A-44AC-AB94-C961FFEEFC8E}" srcOrd="0" destOrd="0" presId="urn:microsoft.com/office/officeart/2005/8/layout/hierarchy3"/>
    <dgm:cxn modelId="{6ECD17E3-395E-4A45-A31C-573FB8077108}" type="presOf" srcId="{FDAE7A12-96BC-4B71-AD21-808958D36B01}" destId="{03D1226B-2029-4F62-8219-0F18D5538118}" srcOrd="0" destOrd="0" presId="urn:microsoft.com/office/officeart/2005/8/layout/hierarchy3"/>
    <dgm:cxn modelId="{DD2DEFE3-8F52-4C66-975F-D73F0770EF61}" type="presOf" srcId="{565FB848-A4F6-4C55-A7B9-0E61B990C6E9}" destId="{406040CC-5739-43AB-B2A1-7871437DD7B0}" srcOrd="0" destOrd="0" presId="urn:microsoft.com/office/officeart/2005/8/layout/hierarchy3"/>
    <dgm:cxn modelId="{CCDC5EEB-FF95-4E21-89AC-F560BEF4BB6F}" type="presOf" srcId="{7E808FB3-7B43-4409-8BA5-D765358DD3CA}" destId="{6FBF8807-522F-4452-839B-FD56DA55196E}" srcOrd="0" destOrd="0" presId="urn:microsoft.com/office/officeart/2005/8/layout/hierarchy3"/>
    <dgm:cxn modelId="{12100EF3-6D04-4E3D-8380-8D37384E3BA5}" type="presOf" srcId="{B351CB39-CD2C-4BEA-80D1-C8F8F9F7E3AE}" destId="{6B752725-E6FE-4890-87C2-7E2672BD22D1}" srcOrd="0" destOrd="0" presId="urn:microsoft.com/office/officeart/2005/8/layout/hierarchy3"/>
    <dgm:cxn modelId="{DBFE42F4-5D86-43A1-A1B0-98E9FF9DA798}" type="presOf" srcId="{C738D345-B2F2-4A07-B7E8-DE6C9A9E8150}" destId="{0A5FC498-18F7-450B-BC32-CEFA8BDC1010}" srcOrd="0" destOrd="0" presId="urn:microsoft.com/office/officeart/2005/8/layout/hierarchy3"/>
    <dgm:cxn modelId="{7D50D8F9-37C4-4407-A33F-81153630DDA2}" type="presOf" srcId="{D65597A6-0EE1-413F-A763-8F444F1B12A4}" destId="{0A089F54-AA4C-4F99-B07D-373B6456C09E}" srcOrd="0" destOrd="0" presId="urn:microsoft.com/office/officeart/2005/8/layout/hierarchy3"/>
    <dgm:cxn modelId="{491924FD-18A4-4C0D-B929-2F17D1B76869}" type="presOf" srcId="{08721EDF-2859-45A9-B75A-3EE762B22BEA}" destId="{538DF102-697D-4EED-8E53-8EB52B05AC86}" srcOrd="0" destOrd="0" presId="urn:microsoft.com/office/officeart/2005/8/layout/hierarchy3"/>
    <dgm:cxn modelId="{D7AEDC6F-74B9-4651-92C2-FF5DCE59A34C}" type="presParOf" srcId="{B812A86C-9AEB-4EC5-9191-D7308642C68A}" destId="{394D84B4-324A-4CF9-B70E-7A6A4FDC1D44}" srcOrd="0" destOrd="0" presId="urn:microsoft.com/office/officeart/2005/8/layout/hierarchy3"/>
    <dgm:cxn modelId="{BD31AB61-A964-491F-BA59-59A34B0909E1}" type="presParOf" srcId="{394D84B4-324A-4CF9-B70E-7A6A4FDC1D44}" destId="{0F60D290-B1DB-4250-9586-828C7E8F767B}" srcOrd="0" destOrd="0" presId="urn:microsoft.com/office/officeart/2005/8/layout/hierarchy3"/>
    <dgm:cxn modelId="{7DC197F2-C467-4197-B9DD-13B281A537CF}" type="presParOf" srcId="{0F60D290-B1DB-4250-9586-828C7E8F767B}" destId="{7138760C-9E0A-44AC-AB94-C961FFEEFC8E}" srcOrd="0" destOrd="0" presId="urn:microsoft.com/office/officeart/2005/8/layout/hierarchy3"/>
    <dgm:cxn modelId="{B62E78DC-D3E1-4EAB-95A1-800AF6787E72}" type="presParOf" srcId="{0F60D290-B1DB-4250-9586-828C7E8F767B}" destId="{F76BF2FF-9AD3-41A5-A3A3-E90F1D7BB3C3}" srcOrd="1" destOrd="0" presId="urn:microsoft.com/office/officeart/2005/8/layout/hierarchy3"/>
    <dgm:cxn modelId="{8DD2463B-38F3-4809-A9AA-1B32A4134BC3}" type="presParOf" srcId="{394D84B4-324A-4CF9-B70E-7A6A4FDC1D44}" destId="{DE5CEFF7-1513-4710-8262-344C24EF465C}" srcOrd="1" destOrd="0" presId="urn:microsoft.com/office/officeart/2005/8/layout/hierarchy3"/>
    <dgm:cxn modelId="{D86653F4-CF2E-408F-B689-DFA9200CFA48}" type="presParOf" srcId="{DE5CEFF7-1513-4710-8262-344C24EF465C}" destId="{377DFFC8-86A7-4D30-9DE1-388B1F08F41A}" srcOrd="0" destOrd="0" presId="urn:microsoft.com/office/officeart/2005/8/layout/hierarchy3"/>
    <dgm:cxn modelId="{0785E269-C127-49BE-8863-1FEF4E020CB1}" type="presParOf" srcId="{DE5CEFF7-1513-4710-8262-344C24EF465C}" destId="{AD887446-7BBD-4C63-9D33-C868BB2F73F3}" srcOrd="1" destOrd="0" presId="urn:microsoft.com/office/officeart/2005/8/layout/hierarchy3"/>
    <dgm:cxn modelId="{B3E79EEE-D786-487E-94E3-584E8C97C725}" type="presParOf" srcId="{DE5CEFF7-1513-4710-8262-344C24EF465C}" destId="{7B359B4A-76E9-49BA-B4E7-5FCB169CD9C8}" srcOrd="2" destOrd="0" presId="urn:microsoft.com/office/officeart/2005/8/layout/hierarchy3"/>
    <dgm:cxn modelId="{0A20B75F-01F2-4E8E-8775-650EDD57B61C}" type="presParOf" srcId="{DE5CEFF7-1513-4710-8262-344C24EF465C}" destId="{31962B4F-76FB-4913-BE82-9146E215F897}" srcOrd="3" destOrd="0" presId="urn:microsoft.com/office/officeart/2005/8/layout/hierarchy3"/>
    <dgm:cxn modelId="{77FAC08C-78A6-4BAA-A187-42CF5244DEB9}" type="presParOf" srcId="{DE5CEFF7-1513-4710-8262-344C24EF465C}" destId="{760F557A-49A3-4FDD-B878-EE1B5D663886}" srcOrd="4" destOrd="0" presId="urn:microsoft.com/office/officeart/2005/8/layout/hierarchy3"/>
    <dgm:cxn modelId="{07EE179F-3897-432D-BACE-4DDD1F034A49}" type="presParOf" srcId="{DE5CEFF7-1513-4710-8262-344C24EF465C}" destId="{5F4A4352-6CD4-473D-B15A-F218ED50C688}" srcOrd="5" destOrd="0" presId="urn:microsoft.com/office/officeart/2005/8/layout/hierarchy3"/>
    <dgm:cxn modelId="{CE5A5828-3533-48AC-A9C9-FE6C2455149D}" type="presParOf" srcId="{B812A86C-9AEB-4EC5-9191-D7308642C68A}" destId="{A01B74A8-AFF8-4C1F-8259-318D1982C843}" srcOrd="1" destOrd="0" presId="urn:microsoft.com/office/officeart/2005/8/layout/hierarchy3"/>
    <dgm:cxn modelId="{A20A7BC7-D625-42F3-99E7-CFBC54094C8F}" type="presParOf" srcId="{A01B74A8-AFF8-4C1F-8259-318D1982C843}" destId="{08CAA754-CEF0-45AD-9C8A-F2EA17C54D05}" srcOrd="0" destOrd="0" presId="urn:microsoft.com/office/officeart/2005/8/layout/hierarchy3"/>
    <dgm:cxn modelId="{65E10909-D913-4418-9EBF-A9477E701F5E}" type="presParOf" srcId="{08CAA754-CEF0-45AD-9C8A-F2EA17C54D05}" destId="{6BB5586B-BD6B-41F1-9F1D-8ED953B790EB}" srcOrd="0" destOrd="0" presId="urn:microsoft.com/office/officeart/2005/8/layout/hierarchy3"/>
    <dgm:cxn modelId="{DED3C3A2-C0B9-49B9-A01E-F7B06C58AAC6}" type="presParOf" srcId="{08CAA754-CEF0-45AD-9C8A-F2EA17C54D05}" destId="{3E84EDE3-9806-47B9-A788-D16AC6321FAF}" srcOrd="1" destOrd="0" presId="urn:microsoft.com/office/officeart/2005/8/layout/hierarchy3"/>
    <dgm:cxn modelId="{D0F2346B-E56E-471A-B1AA-F3C7A4E91885}" type="presParOf" srcId="{A01B74A8-AFF8-4C1F-8259-318D1982C843}" destId="{4FBF41F7-BAB2-43C5-AE96-8A0598105328}" srcOrd="1" destOrd="0" presId="urn:microsoft.com/office/officeart/2005/8/layout/hierarchy3"/>
    <dgm:cxn modelId="{8D372434-9271-4289-85C2-80F0666DD7ED}" type="presParOf" srcId="{4FBF41F7-BAB2-43C5-AE96-8A0598105328}" destId="{0A5FC498-18F7-450B-BC32-CEFA8BDC1010}" srcOrd="0" destOrd="0" presId="urn:microsoft.com/office/officeart/2005/8/layout/hierarchy3"/>
    <dgm:cxn modelId="{AE9960B3-FE44-4EC9-AD84-128CF6ED8492}" type="presParOf" srcId="{4FBF41F7-BAB2-43C5-AE96-8A0598105328}" destId="{0A089F54-AA4C-4F99-B07D-373B6456C09E}" srcOrd="1" destOrd="0" presId="urn:microsoft.com/office/officeart/2005/8/layout/hierarchy3"/>
    <dgm:cxn modelId="{9987CDB2-4301-4BD0-9485-0FA855BA1F8D}" type="presParOf" srcId="{4FBF41F7-BAB2-43C5-AE96-8A0598105328}" destId="{9EBD16FC-996D-46D8-AC53-39E0470DCCD4}" srcOrd="2" destOrd="0" presId="urn:microsoft.com/office/officeart/2005/8/layout/hierarchy3"/>
    <dgm:cxn modelId="{11A5B782-2371-42CC-8307-036C0725AB17}" type="presParOf" srcId="{4FBF41F7-BAB2-43C5-AE96-8A0598105328}" destId="{DAAE744D-6CBC-4992-A418-481E028C2DAF}" srcOrd="3" destOrd="0" presId="urn:microsoft.com/office/officeart/2005/8/layout/hierarchy3"/>
    <dgm:cxn modelId="{999D5E48-9C48-44E2-9D92-618CD4E53C55}" type="presParOf" srcId="{4FBF41F7-BAB2-43C5-AE96-8A0598105328}" destId="{6FBF8807-522F-4452-839B-FD56DA55196E}" srcOrd="4" destOrd="0" presId="urn:microsoft.com/office/officeart/2005/8/layout/hierarchy3"/>
    <dgm:cxn modelId="{E4FA4106-DBA4-4113-BE53-D9AF6A91EEC9}" type="presParOf" srcId="{4FBF41F7-BAB2-43C5-AE96-8A0598105328}" destId="{BBD47418-CD19-4426-BD08-81034548C4A5}" srcOrd="5" destOrd="0" presId="urn:microsoft.com/office/officeart/2005/8/layout/hierarchy3"/>
    <dgm:cxn modelId="{330587A9-EEF4-4BB2-BD89-0AE64E0E1FA5}" type="presParOf" srcId="{B812A86C-9AEB-4EC5-9191-D7308642C68A}" destId="{3022AC1F-CDDC-4837-AB47-ECCB2587AB40}" srcOrd="2" destOrd="0" presId="urn:microsoft.com/office/officeart/2005/8/layout/hierarchy3"/>
    <dgm:cxn modelId="{C4354CC1-D189-49F2-A675-8B05873828AC}" type="presParOf" srcId="{3022AC1F-CDDC-4837-AB47-ECCB2587AB40}" destId="{2841A8D8-BE5D-4147-8D92-81DE7B359CF5}" srcOrd="0" destOrd="0" presId="urn:microsoft.com/office/officeart/2005/8/layout/hierarchy3"/>
    <dgm:cxn modelId="{E1E58434-2505-4CFD-87CA-A08CCA55C7EA}" type="presParOf" srcId="{2841A8D8-BE5D-4147-8D92-81DE7B359CF5}" destId="{25A5320A-20C1-4F2B-8156-83D8E13A014C}" srcOrd="0" destOrd="0" presId="urn:microsoft.com/office/officeart/2005/8/layout/hierarchy3"/>
    <dgm:cxn modelId="{E15FBFFE-E70B-457C-9422-E0B8B3F0864E}" type="presParOf" srcId="{2841A8D8-BE5D-4147-8D92-81DE7B359CF5}" destId="{54BDB649-0CDE-4694-9F8F-370D26BBF135}" srcOrd="1" destOrd="0" presId="urn:microsoft.com/office/officeart/2005/8/layout/hierarchy3"/>
    <dgm:cxn modelId="{E7B961BE-18E4-4604-B599-D543989D3025}" type="presParOf" srcId="{3022AC1F-CDDC-4837-AB47-ECCB2587AB40}" destId="{51939A4B-0E00-4A91-8145-6A8685223F25}" srcOrd="1" destOrd="0" presId="urn:microsoft.com/office/officeart/2005/8/layout/hierarchy3"/>
    <dgm:cxn modelId="{87965D87-2533-423A-BFCA-8949FE4E56AF}" type="presParOf" srcId="{51939A4B-0E00-4A91-8145-6A8685223F25}" destId="{BD39B6EE-FF53-4DAA-96D8-30A1315CCB41}" srcOrd="0" destOrd="0" presId="urn:microsoft.com/office/officeart/2005/8/layout/hierarchy3"/>
    <dgm:cxn modelId="{3D88BAF4-14AA-4156-86C5-886C23C6150A}" type="presParOf" srcId="{51939A4B-0E00-4A91-8145-6A8685223F25}" destId="{406040CC-5739-43AB-B2A1-7871437DD7B0}" srcOrd="1" destOrd="0" presId="urn:microsoft.com/office/officeart/2005/8/layout/hierarchy3"/>
    <dgm:cxn modelId="{5FDF0FC3-D7FF-452A-BD5B-9DD451F67474}" type="presParOf" srcId="{51939A4B-0E00-4A91-8145-6A8685223F25}" destId="{BBD91BCF-6F24-4C6B-9B4F-F2283397D758}" srcOrd="2" destOrd="0" presId="urn:microsoft.com/office/officeart/2005/8/layout/hierarchy3"/>
    <dgm:cxn modelId="{107A1B75-F5EA-4719-B44B-8A68E21CEE35}" type="presParOf" srcId="{51939A4B-0E00-4A91-8145-6A8685223F25}" destId="{52599A33-389E-495B-B355-1BDB8215C930}" srcOrd="3" destOrd="0" presId="urn:microsoft.com/office/officeart/2005/8/layout/hierarchy3"/>
    <dgm:cxn modelId="{2D93631C-B074-4D3D-8F57-3DF0A84741D6}" type="presParOf" srcId="{51939A4B-0E00-4A91-8145-6A8685223F25}" destId="{F4361344-7D4B-431E-8041-0D639AA348CC}" srcOrd="4" destOrd="0" presId="urn:microsoft.com/office/officeart/2005/8/layout/hierarchy3"/>
    <dgm:cxn modelId="{F74CAA00-AF42-4E4E-BA51-2B3933C77989}" type="presParOf" srcId="{51939A4B-0E00-4A91-8145-6A8685223F25}" destId="{B363BD2D-075A-4772-80BD-F9F499B3E66B}" srcOrd="5" destOrd="0" presId="urn:microsoft.com/office/officeart/2005/8/layout/hierarchy3"/>
    <dgm:cxn modelId="{607AC676-E0AB-4A91-803C-ABCD76F4827A}" type="presParOf" srcId="{B812A86C-9AEB-4EC5-9191-D7308642C68A}" destId="{727CA0C7-F69E-476E-8242-8D6B40182341}" srcOrd="3" destOrd="0" presId="urn:microsoft.com/office/officeart/2005/8/layout/hierarchy3"/>
    <dgm:cxn modelId="{BEEEF8D1-89EB-4048-B62E-9A25CCA7B71C}" type="presParOf" srcId="{727CA0C7-F69E-476E-8242-8D6B40182341}" destId="{AB484AD8-8A43-4B20-BC1D-0778D7C513D6}" srcOrd="0" destOrd="0" presId="urn:microsoft.com/office/officeart/2005/8/layout/hierarchy3"/>
    <dgm:cxn modelId="{EF91ED9B-74C8-4A8D-91E6-443176A10D97}" type="presParOf" srcId="{AB484AD8-8A43-4B20-BC1D-0778D7C513D6}" destId="{AA669E3F-19BE-4275-B77B-8495E9EB4888}" srcOrd="0" destOrd="0" presId="urn:microsoft.com/office/officeart/2005/8/layout/hierarchy3"/>
    <dgm:cxn modelId="{E11407F7-828D-46AC-AB21-6FCA61641C15}" type="presParOf" srcId="{AB484AD8-8A43-4B20-BC1D-0778D7C513D6}" destId="{94993860-C59B-4CC6-8205-EE6D6B361C8E}" srcOrd="1" destOrd="0" presId="urn:microsoft.com/office/officeart/2005/8/layout/hierarchy3"/>
    <dgm:cxn modelId="{0CDE7AC0-100D-414F-926E-2E1116695A91}" type="presParOf" srcId="{727CA0C7-F69E-476E-8242-8D6B40182341}" destId="{CE8ED537-2287-4FDB-9F72-1F44FC687064}" srcOrd="1" destOrd="0" presId="urn:microsoft.com/office/officeart/2005/8/layout/hierarchy3"/>
    <dgm:cxn modelId="{A721E246-F1A8-4967-A455-73C18E0E3748}" type="presParOf" srcId="{CE8ED537-2287-4FDB-9F72-1F44FC687064}" destId="{B6B22C72-440B-49C0-824A-0930CC6416C5}" srcOrd="0" destOrd="0" presId="urn:microsoft.com/office/officeart/2005/8/layout/hierarchy3"/>
    <dgm:cxn modelId="{487EF7B6-4D82-4A0A-85DE-1FF21D577109}" type="presParOf" srcId="{CE8ED537-2287-4FDB-9F72-1F44FC687064}" destId="{6C1B3673-E3DC-4189-B9E4-85EE1D2F6859}" srcOrd="1" destOrd="0" presId="urn:microsoft.com/office/officeart/2005/8/layout/hierarchy3"/>
    <dgm:cxn modelId="{097D9E71-21DB-4969-91A8-88BE9651046B}" type="presParOf" srcId="{CE8ED537-2287-4FDB-9F72-1F44FC687064}" destId="{538DF102-697D-4EED-8E53-8EB52B05AC86}" srcOrd="2" destOrd="0" presId="urn:microsoft.com/office/officeart/2005/8/layout/hierarchy3"/>
    <dgm:cxn modelId="{E0E606F7-F19C-4F90-A3F3-63C51451FFA2}" type="presParOf" srcId="{CE8ED537-2287-4FDB-9F72-1F44FC687064}" destId="{DC97311F-8CFF-447C-861B-2085F42192E0}" srcOrd="3" destOrd="0" presId="urn:microsoft.com/office/officeart/2005/8/layout/hierarchy3"/>
    <dgm:cxn modelId="{80F12A38-209B-44B7-A033-7576B5F4861D}" type="presParOf" srcId="{CE8ED537-2287-4FDB-9F72-1F44FC687064}" destId="{03D1226B-2029-4F62-8219-0F18D5538118}" srcOrd="4" destOrd="0" presId="urn:microsoft.com/office/officeart/2005/8/layout/hierarchy3"/>
    <dgm:cxn modelId="{A153C048-8F13-4C72-9D50-728B644C86C5}" type="presParOf" srcId="{CE8ED537-2287-4FDB-9F72-1F44FC687064}" destId="{6B752725-E6FE-4890-87C2-7E2672BD22D1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143759D-3A72-4F33-9A52-FD292478B4C4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559B850-5614-4EBE-838E-60EA2B51FA40}">
      <dgm:prSet/>
      <dgm:spPr/>
      <dgm:t>
        <a:bodyPr/>
        <a:lstStyle/>
        <a:p>
          <a:r>
            <a:rPr lang="en-US" b="1"/>
            <a:t>Key Idea</a:t>
          </a:r>
          <a:endParaRPr lang="en-US"/>
        </a:p>
      </dgm:t>
    </dgm:pt>
    <dgm:pt modelId="{1FBD6708-04F1-4632-949D-EFDD3EBC3CE6}" type="parTrans" cxnId="{B891A86A-AFF5-46E3-8175-CCEA0254351B}">
      <dgm:prSet/>
      <dgm:spPr/>
      <dgm:t>
        <a:bodyPr/>
        <a:lstStyle/>
        <a:p>
          <a:endParaRPr lang="en-US"/>
        </a:p>
      </dgm:t>
    </dgm:pt>
    <dgm:pt modelId="{144169DA-4C48-45BE-9CAD-94AD36529B0B}" type="sibTrans" cxnId="{B891A86A-AFF5-46E3-8175-CCEA0254351B}">
      <dgm:prSet/>
      <dgm:spPr/>
      <dgm:t>
        <a:bodyPr/>
        <a:lstStyle/>
        <a:p>
          <a:endParaRPr lang="en-US"/>
        </a:p>
      </dgm:t>
    </dgm:pt>
    <dgm:pt modelId="{039639DC-954D-412B-836E-9DE4AE9A1D78}">
      <dgm:prSet/>
      <dgm:spPr/>
      <dgm:t>
        <a:bodyPr/>
        <a:lstStyle/>
        <a:p>
          <a:r>
            <a:rPr lang="en-US"/>
            <a:t>Compare how </a:t>
          </a:r>
          <a:r>
            <a:rPr lang="en-US" i="1"/>
            <a:t>two related language models</a:t>
          </a:r>
          <a:r>
            <a:rPr lang="en-US"/>
            <a:t> behave on the same text.</a:t>
          </a:r>
        </a:p>
      </dgm:t>
    </dgm:pt>
    <dgm:pt modelId="{F9F8228A-C3AE-4F9F-A746-BB7CB4E5148E}" type="parTrans" cxnId="{988DB0B7-E237-42D6-9692-6883D1CE3E1C}">
      <dgm:prSet/>
      <dgm:spPr/>
      <dgm:t>
        <a:bodyPr/>
        <a:lstStyle/>
        <a:p>
          <a:endParaRPr lang="en-US"/>
        </a:p>
      </dgm:t>
    </dgm:pt>
    <dgm:pt modelId="{58A43249-2E19-4B9C-94B3-8852DD97BB97}" type="sibTrans" cxnId="{988DB0B7-E237-42D6-9692-6883D1CE3E1C}">
      <dgm:prSet/>
      <dgm:spPr/>
      <dgm:t>
        <a:bodyPr/>
        <a:lstStyle/>
        <a:p>
          <a:endParaRPr lang="en-US"/>
        </a:p>
      </dgm:t>
    </dgm:pt>
    <dgm:pt modelId="{575CF00C-DD06-41CD-84A6-DFF84890008C}">
      <dgm:prSet/>
      <dgm:spPr/>
      <dgm:t>
        <a:bodyPr/>
        <a:lstStyle/>
        <a:p>
          <a:r>
            <a:rPr lang="en-US"/>
            <a:t>If a text is AI-generated → models agree.</a:t>
          </a:r>
        </a:p>
      </dgm:t>
    </dgm:pt>
    <dgm:pt modelId="{0EBC2B9B-6215-4E90-BF01-ADA251C93A09}" type="parTrans" cxnId="{7136FBC4-FEC7-47C2-8CEC-C89840238F19}">
      <dgm:prSet/>
      <dgm:spPr/>
      <dgm:t>
        <a:bodyPr/>
        <a:lstStyle/>
        <a:p>
          <a:endParaRPr lang="en-US"/>
        </a:p>
      </dgm:t>
    </dgm:pt>
    <dgm:pt modelId="{232FA4B0-842B-4942-9E99-EE1906E0CB1A}" type="sibTrans" cxnId="{7136FBC4-FEC7-47C2-8CEC-C89840238F19}">
      <dgm:prSet/>
      <dgm:spPr/>
      <dgm:t>
        <a:bodyPr/>
        <a:lstStyle/>
        <a:p>
          <a:endParaRPr lang="en-US"/>
        </a:p>
      </dgm:t>
    </dgm:pt>
    <dgm:pt modelId="{FEB7A229-1F33-4B2C-8204-66FB664F2058}">
      <dgm:prSet/>
      <dgm:spPr/>
      <dgm:t>
        <a:bodyPr/>
        <a:lstStyle/>
        <a:p>
          <a:r>
            <a:rPr lang="en-US"/>
            <a:t>If human-generated → models diverge.</a:t>
          </a:r>
        </a:p>
      </dgm:t>
    </dgm:pt>
    <dgm:pt modelId="{61AD1004-EDB5-4B9F-895C-A5170A10A642}" type="parTrans" cxnId="{FA98A4E9-4B2F-4811-A665-394CCCDFFA71}">
      <dgm:prSet/>
      <dgm:spPr/>
      <dgm:t>
        <a:bodyPr/>
        <a:lstStyle/>
        <a:p>
          <a:endParaRPr lang="en-US"/>
        </a:p>
      </dgm:t>
    </dgm:pt>
    <dgm:pt modelId="{300D4CF9-742A-4AFF-B558-D8352227B9DE}" type="sibTrans" cxnId="{FA98A4E9-4B2F-4811-A665-394CCCDFFA71}">
      <dgm:prSet/>
      <dgm:spPr/>
      <dgm:t>
        <a:bodyPr/>
        <a:lstStyle/>
        <a:p>
          <a:endParaRPr lang="en-US"/>
        </a:p>
      </dgm:t>
    </dgm:pt>
    <dgm:pt modelId="{CC03F178-7001-4E4F-A802-AC7BBFD41F11}">
      <dgm:prSet/>
      <dgm:spPr/>
      <dgm:t>
        <a:bodyPr/>
        <a:lstStyle/>
        <a:p>
          <a:r>
            <a:rPr lang="en-US" b="1"/>
            <a:t>Models</a:t>
          </a:r>
          <a:endParaRPr lang="en-US"/>
        </a:p>
      </dgm:t>
    </dgm:pt>
    <dgm:pt modelId="{69AC2D42-8367-4595-A90A-15533DD473CC}" type="parTrans" cxnId="{90A18129-0AA8-48D2-88D1-E3D0359B5D45}">
      <dgm:prSet/>
      <dgm:spPr/>
      <dgm:t>
        <a:bodyPr/>
        <a:lstStyle/>
        <a:p>
          <a:endParaRPr lang="en-US"/>
        </a:p>
      </dgm:t>
    </dgm:pt>
    <dgm:pt modelId="{89FF167D-2D58-4CCA-95D0-BB79DA2F8EEB}" type="sibTrans" cxnId="{90A18129-0AA8-48D2-88D1-E3D0359B5D45}">
      <dgm:prSet/>
      <dgm:spPr/>
      <dgm:t>
        <a:bodyPr/>
        <a:lstStyle/>
        <a:p>
          <a:endParaRPr lang="en-US"/>
        </a:p>
      </dgm:t>
    </dgm:pt>
    <dgm:pt modelId="{6718C180-44B9-4DF5-B846-B0E0E620A005}">
      <dgm:prSet/>
      <dgm:spPr/>
      <dgm:t>
        <a:bodyPr/>
        <a:lstStyle/>
        <a:p>
          <a:r>
            <a:rPr lang="en-US" b="1"/>
            <a:t>Observer (O):</a:t>
          </a:r>
          <a:r>
            <a:rPr lang="en-US"/>
            <a:t> evaluates text normally → </a:t>
          </a:r>
          <a:r>
            <a:rPr lang="en-US" i="1"/>
            <a:t>Falcon 7B</a:t>
          </a:r>
          <a:endParaRPr lang="en-US"/>
        </a:p>
      </dgm:t>
    </dgm:pt>
    <dgm:pt modelId="{3893F861-740C-43AE-82FB-692D17748BBC}" type="parTrans" cxnId="{3AB0873B-821E-41AC-8DC2-2ACE2929BE8F}">
      <dgm:prSet/>
      <dgm:spPr/>
      <dgm:t>
        <a:bodyPr/>
        <a:lstStyle/>
        <a:p>
          <a:endParaRPr lang="en-US"/>
        </a:p>
      </dgm:t>
    </dgm:pt>
    <dgm:pt modelId="{D7237E23-BB9E-4541-A726-0D82F87E739C}" type="sibTrans" cxnId="{3AB0873B-821E-41AC-8DC2-2ACE2929BE8F}">
      <dgm:prSet/>
      <dgm:spPr/>
      <dgm:t>
        <a:bodyPr/>
        <a:lstStyle/>
        <a:p>
          <a:endParaRPr lang="en-US"/>
        </a:p>
      </dgm:t>
    </dgm:pt>
    <dgm:pt modelId="{E3EBD05A-CEB4-4623-AA40-23699E799797}">
      <dgm:prSet/>
      <dgm:spPr/>
      <dgm:t>
        <a:bodyPr/>
        <a:lstStyle/>
        <a:p>
          <a:r>
            <a:rPr lang="en-US" b="1"/>
            <a:t>Performer (P):</a:t>
          </a:r>
          <a:r>
            <a:rPr lang="en-US"/>
            <a:t> predicts as if generating text → </a:t>
          </a:r>
          <a:r>
            <a:rPr lang="en-US" i="1"/>
            <a:t>Falcon 7B-Instruct</a:t>
          </a:r>
          <a:endParaRPr lang="en-US"/>
        </a:p>
      </dgm:t>
    </dgm:pt>
    <dgm:pt modelId="{07B3894D-487C-43EF-B4FF-0B0B19285DDE}" type="parTrans" cxnId="{F904AC64-C174-4435-9F7A-E373793A4885}">
      <dgm:prSet/>
      <dgm:spPr/>
      <dgm:t>
        <a:bodyPr/>
        <a:lstStyle/>
        <a:p>
          <a:endParaRPr lang="en-US"/>
        </a:p>
      </dgm:t>
    </dgm:pt>
    <dgm:pt modelId="{4D48CC9C-E64D-493E-96DB-79A7B6C1F71B}" type="sibTrans" cxnId="{F904AC64-C174-4435-9F7A-E373793A4885}">
      <dgm:prSet/>
      <dgm:spPr/>
      <dgm:t>
        <a:bodyPr/>
        <a:lstStyle/>
        <a:p>
          <a:endParaRPr lang="en-US"/>
        </a:p>
      </dgm:t>
    </dgm:pt>
    <dgm:pt modelId="{C6495549-62FD-470B-B4BA-1B59B97F0AEA}">
      <dgm:prSet/>
      <dgm:spPr/>
      <dgm:t>
        <a:bodyPr/>
        <a:lstStyle/>
        <a:p>
          <a:r>
            <a:rPr lang="en-US"/>
            <a:t>Must share architecture/tokenizer but differ in calibration.</a:t>
          </a:r>
        </a:p>
      </dgm:t>
    </dgm:pt>
    <dgm:pt modelId="{B5582E6F-B20F-4790-BDAA-2C2F4C763AAD}" type="parTrans" cxnId="{EFB4CC07-4FBD-4421-8F86-4F07C90D60D2}">
      <dgm:prSet/>
      <dgm:spPr/>
      <dgm:t>
        <a:bodyPr/>
        <a:lstStyle/>
        <a:p>
          <a:endParaRPr lang="en-US"/>
        </a:p>
      </dgm:t>
    </dgm:pt>
    <dgm:pt modelId="{F7EA418B-E88C-457C-87E3-D01AE01EDE23}" type="sibTrans" cxnId="{EFB4CC07-4FBD-4421-8F86-4F07C90D60D2}">
      <dgm:prSet/>
      <dgm:spPr/>
      <dgm:t>
        <a:bodyPr/>
        <a:lstStyle/>
        <a:p>
          <a:endParaRPr lang="en-US"/>
        </a:p>
      </dgm:t>
    </dgm:pt>
    <dgm:pt modelId="{5F16BB06-16AA-491B-81BD-5D646D2BDAA4}" type="pres">
      <dgm:prSet presAssocID="{1143759D-3A72-4F33-9A52-FD292478B4C4}" presName="Name0" presStyleCnt="0">
        <dgm:presLayoutVars>
          <dgm:dir/>
          <dgm:resizeHandles val="exact"/>
        </dgm:presLayoutVars>
      </dgm:prSet>
      <dgm:spPr/>
    </dgm:pt>
    <dgm:pt modelId="{330060A5-00D7-4AEE-835C-0D2FF803E704}" type="pres">
      <dgm:prSet presAssocID="{C559B850-5614-4EBE-838E-60EA2B51FA40}" presName="node" presStyleLbl="node1" presStyleIdx="0" presStyleCnt="2">
        <dgm:presLayoutVars>
          <dgm:bulletEnabled val="1"/>
        </dgm:presLayoutVars>
      </dgm:prSet>
      <dgm:spPr/>
    </dgm:pt>
    <dgm:pt modelId="{327FD5E0-7424-4094-AE64-392BBE6ED34E}" type="pres">
      <dgm:prSet presAssocID="{144169DA-4C48-45BE-9CAD-94AD36529B0B}" presName="sibTrans" presStyleLbl="sibTrans2D1" presStyleIdx="0" presStyleCnt="1"/>
      <dgm:spPr/>
    </dgm:pt>
    <dgm:pt modelId="{B634B2F5-4CAE-40EE-BC0A-E6F649811B97}" type="pres">
      <dgm:prSet presAssocID="{144169DA-4C48-45BE-9CAD-94AD36529B0B}" presName="connectorText" presStyleLbl="sibTrans2D1" presStyleIdx="0" presStyleCnt="1"/>
      <dgm:spPr/>
    </dgm:pt>
    <dgm:pt modelId="{B9867BA1-7BBC-4DA7-953D-A97FC590F425}" type="pres">
      <dgm:prSet presAssocID="{CC03F178-7001-4E4F-A802-AC7BBFD41F11}" presName="node" presStyleLbl="node1" presStyleIdx="1" presStyleCnt="2">
        <dgm:presLayoutVars>
          <dgm:bulletEnabled val="1"/>
        </dgm:presLayoutVars>
      </dgm:prSet>
      <dgm:spPr/>
    </dgm:pt>
  </dgm:ptLst>
  <dgm:cxnLst>
    <dgm:cxn modelId="{EFB4CC07-4FBD-4421-8F86-4F07C90D60D2}" srcId="{CC03F178-7001-4E4F-A802-AC7BBFD41F11}" destId="{C6495549-62FD-470B-B4BA-1B59B97F0AEA}" srcOrd="2" destOrd="0" parTransId="{B5582E6F-B20F-4790-BDAA-2C2F4C763AAD}" sibTransId="{F7EA418B-E88C-457C-87E3-D01AE01EDE23}"/>
    <dgm:cxn modelId="{86BD7A1C-4DA6-4849-86C1-E9E40F2F9961}" type="presOf" srcId="{FEB7A229-1F33-4B2C-8204-66FB664F2058}" destId="{330060A5-00D7-4AEE-835C-0D2FF803E704}" srcOrd="0" destOrd="3" presId="urn:microsoft.com/office/officeart/2005/8/layout/process1"/>
    <dgm:cxn modelId="{90A18129-0AA8-48D2-88D1-E3D0359B5D45}" srcId="{1143759D-3A72-4F33-9A52-FD292478B4C4}" destId="{CC03F178-7001-4E4F-A802-AC7BBFD41F11}" srcOrd="1" destOrd="0" parTransId="{69AC2D42-8367-4595-A90A-15533DD473CC}" sibTransId="{89FF167D-2D58-4CCA-95D0-BB79DA2F8EEB}"/>
    <dgm:cxn modelId="{0A09452E-5A79-48C7-9811-CFA932D14890}" type="presOf" srcId="{144169DA-4C48-45BE-9CAD-94AD36529B0B}" destId="{327FD5E0-7424-4094-AE64-392BBE6ED34E}" srcOrd="0" destOrd="0" presId="urn:microsoft.com/office/officeart/2005/8/layout/process1"/>
    <dgm:cxn modelId="{3AB0873B-821E-41AC-8DC2-2ACE2929BE8F}" srcId="{CC03F178-7001-4E4F-A802-AC7BBFD41F11}" destId="{6718C180-44B9-4DF5-B846-B0E0E620A005}" srcOrd="0" destOrd="0" parTransId="{3893F861-740C-43AE-82FB-692D17748BBC}" sibTransId="{D7237E23-BB9E-4541-A726-0D82F87E739C}"/>
    <dgm:cxn modelId="{F904AC64-C174-4435-9F7A-E373793A4885}" srcId="{CC03F178-7001-4E4F-A802-AC7BBFD41F11}" destId="{E3EBD05A-CEB4-4623-AA40-23699E799797}" srcOrd="1" destOrd="0" parTransId="{07B3894D-487C-43EF-B4FF-0B0B19285DDE}" sibTransId="{4D48CC9C-E64D-493E-96DB-79A7B6C1F71B}"/>
    <dgm:cxn modelId="{4C87D148-4A88-4EE1-A47B-D967E808F500}" type="presOf" srcId="{6718C180-44B9-4DF5-B846-B0E0E620A005}" destId="{B9867BA1-7BBC-4DA7-953D-A97FC590F425}" srcOrd="0" destOrd="1" presId="urn:microsoft.com/office/officeart/2005/8/layout/process1"/>
    <dgm:cxn modelId="{B891A86A-AFF5-46E3-8175-CCEA0254351B}" srcId="{1143759D-3A72-4F33-9A52-FD292478B4C4}" destId="{C559B850-5614-4EBE-838E-60EA2B51FA40}" srcOrd="0" destOrd="0" parTransId="{1FBD6708-04F1-4632-949D-EFDD3EBC3CE6}" sibTransId="{144169DA-4C48-45BE-9CAD-94AD36529B0B}"/>
    <dgm:cxn modelId="{452C9D78-E15A-4D8B-83EC-A354D340ADB3}" type="presOf" srcId="{039639DC-954D-412B-836E-9DE4AE9A1D78}" destId="{330060A5-00D7-4AEE-835C-0D2FF803E704}" srcOrd="0" destOrd="1" presId="urn:microsoft.com/office/officeart/2005/8/layout/process1"/>
    <dgm:cxn modelId="{DF58DB5A-2EF4-4FAE-86ED-511B8F17C2C7}" type="presOf" srcId="{C559B850-5614-4EBE-838E-60EA2B51FA40}" destId="{330060A5-00D7-4AEE-835C-0D2FF803E704}" srcOrd="0" destOrd="0" presId="urn:microsoft.com/office/officeart/2005/8/layout/process1"/>
    <dgm:cxn modelId="{BE20CB8F-8676-42F7-A121-27371F02BB26}" type="presOf" srcId="{C6495549-62FD-470B-B4BA-1B59B97F0AEA}" destId="{B9867BA1-7BBC-4DA7-953D-A97FC590F425}" srcOrd="0" destOrd="3" presId="urn:microsoft.com/office/officeart/2005/8/layout/process1"/>
    <dgm:cxn modelId="{6996E29A-2E18-4BC5-8395-AF656E80025E}" type="presOf" srcId="{E3EBD05A-CEB4-4623-AA40-23699E799797}" destId="{B9867BA1-7BBC-4DA7-953D-A97FC590F425}" srcOrd="0" destOrd="2" presId="urn:microsoft.com/office/officeart/2005/8/layout/process1"/>
    <dgm:cxn modelId="{988DB0B7-E237-42D6-9692-6883D1CE3E1C}" srcId="{C559B850-5614-4EBE-838E-60EA2B51FA40}" destId="{039639DC-954D-412B-836E-9DE4AE9A1D78}" srcOrd="0" destOrd="0" parTransId="{F9F8228A-C3AE-4F9F-A746-BB7CB4E5148E}" sibTransId="{58A43249-2E19-4B9C-94B3-8852DD97BB97}"/>
    <dgm:cxn modelId="{7136FBC4-FEC7-47C2-8CEC-C89840238F19}" srcId="{C559B850-5614-4EBE-838E-60EA2B51FA40}" destId="{575CF00C-DD06-41CD-84A6-DFF84890008C}" srcOrd="1" destOrd="0" parTransId="{0EBC2B9B-6215-4E90-BF01-ADA251C93A09}" sibTransId="{232FA4B0-842B-4942-9E99-EE1906E0CB1A}"/>
    <dgm:cxn modelId="{980CF4D3-0236-41FC-A2C1-21567CED501C}" type="presOf" srcId="{144169DA-4C48-45BE-9CAD-94AD36529B0B}" destId="{B634B2F5-4CAE-40EE-BC0A-E6F649811B97}" srcOrd="1" destOrd="0" presId="urn:microsoft.com/office/officeart/2005/8/layout/process1"/>
    <dgm:cxn modelId="{B48CDBDB-56FB-43BF-819B-6D95048CAF1B}" type="presOf" srcId="{1143759D-3A72-4F33-9A52-FD292478B4C4}" destId="{5F16BB06-16AA-491B-81BD-5D646D2BDAA4}" srcOrd="0" destOrd="0" presId="urn:microsoft.com/office/officeart/2005/8/layout/process1"/>
    <dgm:cxn modelId="{FA98A4E9-4B2F-4811-A665-394CCCDFFA71}" srcId="{C559B850-5614-4EBE-838E-60EA2B51FA40}" destId="{FEB7A229-1F33-4B2C-8204-66FB664F2058}" srcOrd="2" destOrd="0" parTransId="{61AD1004-EDB5-4B9F-895C-A5170A10A642}" sibTransId="{300D4CF9-742A-4AFF-B558-D8352227B9DE}"/>
    <dgm:cxn modelId="{86B564F0-A8A7-4C2A-A1B8-8DD5AA58ED03}" type="presOf" srcId="{CC03F178-7001-4E4F-A802-AC7BBFD41F11}" destId="{B9867BA1-7BBC-4DA7-953D-A97FC590F425}" srcOrd="0" destOrd="0" presId="urn:microsoft.com/office/officeart/2005/8/layout/process1"/>
    <dgm:cxn modelId="{4C0BFFF5-3CDB-43FF-A8E2-098FBCC4D502}" type="presOf" srcId="{575CF00C-DD06-41CD-84A6-DFF84890008C}" destId="{330060A5-00D7-4AEE-835C-0D2FF803E704}" srcOrd="0" destOrd="2" presId="urn:microsoft.com/office/officeart/2005/8/layout/process1"/>
    <dgm:cxn modelId="{3063889A-CDB0-4CC9-8EFD-D7018F324280}" type="presParOf" srcId="{5F16BB06-16AA-491B-81BD-5D646D2BDAA4}" destId="{330060A5-00D7-4AEE-835C-0D2FF803E704}" srcOrd="0" destOrd="0" presId="urn:microsoft.com/office/officeart/2005/8/layout/process1"/>
    <dgm:cxn modelId="{8DE8CB1B-8C59-4B6B-809C-8D6EED5BFEB7}" type="presParOf" srcId="{5F16BB06-16AA-491B-81BD-5D646D2BDAA4}" destId="{327FD5E0-7424-4094-AE64-392BBE6ED34E}" srcOrd="1" destOrd="0" presId="urn:microsoft.com/office/officeart/2005/8/layout/process1"/>
    <dgm:cxn modelId="{BA66AB8E-0117-4D3E-8265-27788092610A}" type="presParOf" srcId="{327FD5E0-7424-4094-AE64-392BBE6ED34E}" destId="{B634B2F5-4CAE-40EE-BC0A-E6F649811B97}" srcOrd="0" destOrd="0" presId="urn:microsoft.com/office/officeart/2005/8/layout/process1"/>
    <dgm:cxn modelId="{7EB65C99-2232-4A99-9439-0AA84485A5B5}" type="presParOf" srcId="{5F16BB06-16AA-491B-81BD-5D646D2BDAA4}" destId="{B9867BA1-7BBC-4DA7-953D-A97FC590F425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7F54A45-6FC5-41E5-A0FC-4E20B77BE58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15F8522-1E0B-437B-BE88-A31D6D689275}">
      <dgm:prSet/>
      <dgm:spPr/>
      <dgm:t>
        <a:bodyPr/>
        <a:lstStyle/>
        <a:p>
          <a:r>
            <a:rPr lang="en-US"/>
            <a:t>2 batches × 1024 tokens</a:t>
          </a:r>
        </a:p>
      </dgm:t>
    </dgm:pt>
    <dgm:pt modelId="{E4879905-45D6-433C-B3DC-698BD5D04FBD}" type="parTrans" cxnId="{7DC609C6-BE43-41BF-B3A0-A348E0E2CA90}">
      <dgm:prSet/>
      <dgm:spPr/>
      <dgm:t>
        <a:bodyPr/>
        <a:lstStyle/>
        <a:p>
          <a:endParaRPr lang="en-US"/>
        </a:p>
      </dgm:t>
    </dgm:pt>
    <dgm:pt modelId="{889A2D6A-7082-401B-8099-EFD77A0AA584}" type="sibTrans" cxnId="{7DC609C6-BE43-41BF-B3A0-A348E0E2CA90}">
      <dgm:prSet/>
      <dgm:spPr/>
      <dgm:t>
        <a:bodyPr/>
        <a:lstStyle/>
        <a:p>
          <a:endParaRPr lang="en-US"/>
        </a:p>
      </dgm:t>
    </dgm:pt>
    <dgm:pt modelId="{C6EF95C0-DFFC-4A12-B674-D44647966019}">
      <dgm:prSet/>
      <dgm:spPr/>
      <dgm:t>
        <a:bodyPr/>
        <a:lstStyle/>
        <a:p>
          <a:r>
            <a:rPr lang="en-US"/>
            <a:t>Paper original setup 8 x 2048</a:t>
          </a:r>
        </a:p>
      </dgm:t>
    </dgm:pt>
    <dgm:pt modelId="{8D702CBD-3384-47C7-9960-08456EF32556}" type="parTrans" cxnId="{A78BF05B-E2E4-4E95-ADC0-A92F85F6C025}">
      <dgm:prSet/>
      <dgm:spPr/>
      <dgm:t>
        <a:bodyPr/>
        <a:lstStyle/>
        <a:p>
          <a:endParaRPr lang="en-US"/>
        </a:p>
      </dgm:t>
    </dgm:pt>
    <dgm:pt modelId="{4EF59B04-0AD4-4CF2-9615-CD653EEEEA56}" type="sibTrans" cxnId="{A78BF05B-E2E4-4E95-ADC0-A92F85F6C025}">
      <dgm:prSet/>
      <dgm:spPr/>
      <dgm:t>
        <a:bodyPr/>
        <a:lstStyle/>
        <a:p>
          <a:endParaRPr lang="en-US"/>
        </a:p>
      </dgm:t>
    </dgm:pt>
    <dgm:pt modelId="{4DCD8EF5-FD80-49A3-B71D-8E2C9FF385A2}">
      <dgm:prSet/>
      <dgm:spPr/>
      <dgm:t>
        <a:bodyPr/>
        <a:lstStyle/>
        <a:p>
          <a:r>
            <a:rPr lang="en-US"/>
            <a:t>Evaluated the three datasets used in the paper</a:t>
          </a:r>
        </a:p>
      </dgm:t>
    </dgm:pt>
    <dgm:pt modelId="{2399DCFF-FB7A-4269-BBBE-643B1411EBD2}" type="parTrans" cxnId="{C06A28F3-D85A-444E-ABA5-F9B9FCC18479}">
      <dgm:prSet/>
      <dgm:spPr/>
      <dgm:t>
        <a:bodyPr/>
        <a:lstStyle/>
        <a:p>
          <a:endParaRPr lang="en-US"/>
        </a:p>
      </dgm:t>
    </dgm:pt>
    <dgm:pt modelId="{368D22DC-A7F4-41B6-8B44-B58EAD7889B7}" type="sibTrans" cxnId="{C06A28F3-D85A-444E-ABA5-F9B9FCC18479}">
      <dgm:prSet/>
      <dgm:spPr/>
      <dgm:t>
        <a:bodyPr/>
        <a:lstStyle/>
        <a:p>
          <a:endParaRPr lang="en-US"/>
        </a:p>
      </dgm:t>
    </dgm:pt>
    <dgm:pt modelId="{2D5CAF97-DA73-4437-9CF5-63F00949BFD8}">
      <dgm:prSet/>
      <dgm:spPr/>
      <dgm:t>
        <a:bodyPr/>
        <a:lstStyle/>
        <a:p>
          <a:r>
            <a:rPr lang="en-US"/>
            <a:t>CC-News, CNN, PubMed</a:t>
          </a:r>
        </a:p>
      </dgm:t>
    </dgm:pt>
    <dgm:pt modelId="{97A882BF-A908-48A0-A50C-4A82D2C96CD0}" type="parTrans" cxnId="{73DFC925-0C05-4420-8959-A90D725E4139}">
      <dgm:prSet/>
      <dgm:spPr/>
      <dgm:t>
        <a:bodyPr/>
        <a:lstStyle/>
        <a:p>
          <a:endParaRPr lang="en-US"/>
        </a:p>
      </dgm:t>
    </dgm:pt>
    <dgm:pt modelId="{87071710-0595-4F49-8744-8824E7598DFD}" type="sibTrans" cxnId="{73DFC925-0C05-4420-8959-A90D725E4139}">
      <dgm:prSet/>
      <dgm:spPr/>
      <dgm:t>
        <a:bodyPr/>
        <a:lstStyle/>
        <a:p>
          <a:endParaRPr lang="en-US"/>
        </a:p>
      </dgm:t>
    </dgm:pt>
    <dgm:pt modelId="{A8C9102F-2CDF-470C-B4DD-BD431B5E7D4B}">
      <dgm:prSet/>
      <dgm:spPr/>
      <dgm:t>
        <a:bodyPr/>
        <a:lstStyle/>
        <a:p>
          <a:r>
            <a:rPr lang="en-US"/>
            <a:t>Machine text generators: </a:t>
          </a:r>
          <a:r>
            <a:rPr lang="en-US" i="1"/>
            <a:t>LLaMA-2-13B and falcon-7</a:t>
          </a:r>
          <a:r>
            <a:rPr lang="en-US"/>
            <a:t>, zero-shot setup</a:t>
          </a:r>
        </a:p>
      </dgm:t>
    </dgm:pt>
    <dgm:pt modelId="{FA8FD634-5371-475C-924B-055245EA5D21}" type="parTrans" cxnId="{EF52E324-0511-4461-97D0-B51CF4F0267B}">
      <dgm:prSet/>
      <dgm:spPr/>
      <dgm:t>
        <a:bodyPr/>
        <a:lstStyle/>
        <a:p>
          <a:endParaRPr lang="en-US"/>
        </a:p>
      </dgm:t>
    </dgm:pt>
    <dgm:pt modelId="{D99FF1B2-080B-4CD5-9DFC-07E3339CD480}" type="sibTrans" cxnId="{EF52E324-0511-4461-97D0-B51CF4F0267B}">
      <dgm:prSet/>
      <dgm:spPr/>
      <dgm:t>
        <a:bodyPr/>
        <a:lstStyle/>
        <a:p>
          <a:endParaRPr lang="en-US"/>
        </a:p>
      </dgm:t>
    </dgm:pt>
    <dgm:pt modelId="{C4ABF54D-4B7E-42EC-8D9E-76317BD38E08}" type="pres">
      <dgm:prSet presAssocID="{E7F54A45-6FC5-41E5-A0FC-4E20B77BE586}" presName="linear" presStyleCnt="0">
        <dgm:presLayoutVars>
          <dgm:dir/>
          <dgm:animLvl val="lvl"/>
          <dgm:resizeHandles val="exact"/>
        </dgm:presLayoutVars>
      </dgm:prSet>
      <dgm:spPr/>
    </dgm:pt>
    <dgm:pt modelId="{770D888B-F17B-431C-AB94-6F706DB60FB0}" type="pres">
      <dgm:prSet presAssocID="{A15F8522-1E0B-437B-BE88-A31D6D689275}" presName="parentLin" presStyleCnt="0"/>
      <dgm:spPr/>
    </dgm:pt>
    <dgm:pt modelId="{6AA6D9E3-41B3-47F4-BFB3-365CED30F907}" type="pres">
      <dgm:prSet presAssocID="{A15F8522-1E0B-437B-BE88-A31D6D689275}" presName="parentLeftMargin" presStyleLbl="node1" presStyleIdx="0" presStyleCnt="3"/>
      <dgm:spPr/>
    </dgm:pt>
    <dgm:pt modelId="{39432DDD-DEEE-4448-92AF-E48CB3ABCF0E}" type="pres">
      <dgm:prSet presAssocID="{A15F8522-1E0B-437B-BE88-A31D6D68927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64C2129-6D64-4509-95CB-3D5468FCD250}" type="pres">
      <dgm:prSet presAssocID="{A15F8522-1E0B-437B-BE88-A31D6D689275}" presName="negativeSpace" presStyleCnt="0"/>
      <dgm:spPr/>
    </dgm:pt>
    <dgm:pt modelId="{FA6A8E58-4447-4120-8B63-70D76426C3EA}" type="pres">
      <dgm:prSet presAssocID="{A15F8522-1E0B-437B-BE88-A31D6D689275}" presName="childText" presStyleLbl="conFgAcc1" presStyleIdx="0" presStyleCnt="3">
        <dgm:presLayoutVars>
          <dgm:bulletEnabled val="1"/>
        </dgm:presLayoutVars>
      </dgm:prSet>
      <dgm:spPr/>
    </dgm:pt>
    <dgm:pt modelId="{1A611D80-9D48-48DA-B357-F9F3F0C39A18}" type="pres">
      <dgm:prSet presAssocID="{889A2D6A-7082-401B-8099-EFD77A0AA584}" presName="spaceBetweenRectangles" presStyleCnt="0"/>
      <dgm:spPr/>
    </dgm:pt>
    <dgm:pt modelId="{38BFE3F9-A359-4BC6-B8AC-61CC538476A5}" type="pres">
      <dgm:prSet presAssocID="{C6EF95C0-DFFC-4A12-B674-D44647966019}" presName="parentLin" presStyleCnt="0"/>
      <dgm:spPr/>
    </dgm:pt>
    <dgm:pt modelId="{EE8FA773-47F6-49CB-9427-1D89DE4F5490}" type="pres">
      <dgm:prSet presAssocID="{C6EF95C0-DFFC-4A12-B674-D44647966019}" presName="parentLeftMargin" presStyleLbl="node1" presStyleIdx="0" presStyleCnt="3"/>
      <dgm:spPr/>
    </dgm:pt>
    <dgm:pt modelId="{CF9A9AE9-582A-448F-ABD2-8AC819ECCB67}" type="pres">
      <dgm:prSet presAssocID="{C6EF95C0-DFFC-4A12-B674-D4464796601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C3E4F56-757B-41B9-8223-E6E3A1BF905B}" type="pres">
      <dgm:prSet presAssocID="{C6EF95C0-DFFC-4A12-B674-D44647966019}" presName="negativeSpace" presStyleCnt="0"/>
      <dgm:spPr/>
    </dgm:pt>
    <dgm:pt modelId="{21C1F03F-737C-492C-B152-84556FA603A2}" type="pres">
      <dgm:prSet presAssocID="{C6EF95C0-DFFC-4A12-B674-D44647966019}" presName="childText" presStyleLbl="conFgAcc1" presStyleIdx="1" presStyleCnt="3">
        <dgm:presLayoutVars>
          <dgm:bulletEnabled val="1"/>
        </dgm:presLayoutVars>
      </dgm:prSet>
      <dgm:spPr/>
    </dgm:pt>
    <dgm:pt modelId="{CCF1A04E-CD4F-493D-82C7-95B4918F1627}" type="pres">
      <dgm:prSet presAssocID="{4EF59B04-0AD4-4CF2-9615-CD653EEEEA56}" presName="spaceBetweenRectangles" presStyleCnt="0"/>
      <dgm:spPr/>
    </dgm:pt>
    <dgm:pt modelId="{317E5467-F98B-4CEE-920D-4B72BB724D2A}" type="pres">
      <dgm:prSet presAssocID="{4DCD8EF5-FD80-49A3-B71D-8E2C9FF385A2}" presName="parentLin" presStyleCnt="0"/>
      <dgm:spPr/>
    </dgm:pt>
    <dgm:pt modelId="{448234FE-ADDA-4CA6-BF25-DF249DF22F02}" type="pres">
      <dgm:prSet presAssocID="{4DCD8EF5-FD80-49A3-B71D-8E2C9FF385A2}" presName="parentLeftMargin" presStyleLbl="node1" presStyleIdx="1" presStyleCnt="3"/>
      <dgm:spPr/>
    </dgm:pt>
    <dgm:pt modelId="{69A48D84-B2EB-4D9B-B90B-3E41D1AC7606}" type="pres">
      <dgm:prSet presAssocID="{4DCD8EF5-FD80-49A3-B71D-8E2C9FF385A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2D12C67-2172-45A5-9BC8-6AE21D28ED79}" type="pres">
      <dgm:prSet presAssocID="{4DCD8EF5-FD80-49A3-B71D-8E2C9FF385A2}" presName="negativeSpace" presStyleCnt="0"/>
      <dgm:spPr/>
    </dgm:pt>
    <dgm:pt modelId="{F4E9C76D-83E8-4899-8E27-530CB7A370D7}" type="pres">
      <dgm:prSet presAssocID="{4DCD8EF5-FD80-49A3-B71D-8E2C9FF385A2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B62AE00-D979-4C70-9B4F-047D0781521A}" type="presOf" srcId="{C6EF95C0-DFFC-4A12-B674-D44647966019}" destId="{CF9A9AE9-582A-448F-ABD2-8AC819ECCB67}" srcOrd="1" destOrd="0" presId="urn:microsoft.com/office/officeart/2005/8/layout/list1"/>
    <dgm:cxn modelId="{EF52E324-0511-4461-97D0-B51CF4F0267B}" srcId="{4DCD8EF5-FD80-49A3-B71D-8E2C9FF385A2}" destId="{A8C9102F-2CDF-470C-B4DD-BD431B5E7D4B}" srcOrd="1" destOrd="0" parTransId="{FA8FD634-5371-475C-924B-055245EA5D21}" sibTransId="{D99FF1B2-080B-4CD5-9DFC-07E3339CD480}"/>
    <dgm:cxn modelId="{73DFC925-0C05-4420-8959-A90D725E4139}" srcId="{4DCD8EF5-FD80-49A3-B71D-8E2C9FF385A2}" destId="{2D5CAF97-DA73-4437-9CF5-63F00949BFD8}" srcOrd="0" destOrd="0" parTransId="{97A882BF-A908-48A0-A50C-4A82D2C96CD0}" sibTransId="{87071710-0595-4F49-8744-8824E7598DFD}"/>
    <dgm:cxn modelId="{0CF77A37-E38A-4559-9C07-5365C5D99927}" type="presOf" srcId="{A15F8522-1E0B-437B-BE88-A31D6D689275}" destId="{6AA6D9E3-41B3-47F4-BFB3-365CED30F907}" srcOrd="0" destOrd="0" presId="urn:microsoft.com/office/officeart/2005/8/layout/list1"/>
    <dgm:cxn modelId="{A78BF05B-E2E4-4E95-ADC0-A92F85F6C025}" srcId="{E7F54A45-6FC5-41E5-A0FC-4E20B77BE586}" destId="{C6EF95C0-DFFC-4A12-B674-D44647966019}" srcOrd="1" destOrd="0" parTransId="{8D702CBD-3384-47C7-9960-08456EF32556}" sibTransId="{4EF59B04-0AD4-4CF2-9615-CD653EEEEA56}"/>
    <dgm:cxn modelId="{A28C3644-C368-4B13-B855-506EED4E5623}" type="presOf" srcId="{A15F8522-1E0B-437B-BE88-A31D6D689275}" destId="{39432DDD-DEEE-4448-92AF-E48CB3ABCF0E}" srcOrd="1" destOrd="0" presId="urn:microsoft.com/office/officeart/2005/8/layout/list1"/>
    <dgm:cxn modelId="{33B2684B-5862-40B9-8B7D-61D1147E78FC}" type="presOf" srcId="{2D5CAF97-DA73-4437-9CF5-63F00949BFD8}" destId="{F4E9C76D-83E8-4899-8E27-530CB7A370D7}" srcOrd="0" destOrd="0" presId="urn:microsoft.com/office/officeart/2005/8/layout/list1"/>
    <dgm:cxn modelId="{B4778650-7679-4910-B7B7-1A842A3F5B7C}" type="presOf" srcId="{4DCD8EF5-FD80-49A3-B71D-8E2C9FF385A2}" destId="{448234FE-ADDA-4CA6-BF25-DF249DF22F02}" srcOrd="0" destOrd="0" presId="urn:microsoft.com/office/officeart/2005/8/layout/list1"/>
    <dgm:cxn modelId="{5521907A-BB1C-4BB0-A59D-77FFC8C07E5B}" type="presOf" srcId="{A8C9102F-2CDF-470C-B4DD-BD431B5E7D4B}" destId="{F4E9C76D-83E8-4899-8E27-530CB7A370D7}" srcOrd="0" destOrd="1" presId="urn:microsoft.com/office/officeart/2005/8/layout/list1"/>
    <dgm:cxn modelId="{320568BF-310F-43EB-9550-631F99AC5916}" type="presOf" srcId="{E7F54A45-6FC5-41E5-A0FC-4E20B77BE586}" destId="{C4ABF54D-4B7E-42EC-8D9E-76317BD38E08}" srcOrd="0" destOrd="0" presId="urn:microsoft.com/office/officeart/2005/8/layout/list1"/>
    <dgm:cxn modelId="{7DC609C6-BE43-41BF-B3A0-A348E0E2CA90}" srcId="{E7F54A45-6FC5-41E5-A0FC-4E20B77BE586}" destId="{A15F8522-1E0B-437B-BE88-A31D6D689275}" srcOrd="0" destOrd="0" parTransId="{E4879905-45D6-433C-B3DC-698BD5D04FBD}" sibTransId="{889A2D6A-7082-401B-8099-EFD77A0AA584}"/>
    <dgm:cxn modelId="{C57ED4E0-6631-4C13-86EB-2541C487E5FE}" type="presOf" srcId="{C6EF95C0-DFFC-4A12-B674-D44647966019}" destId="{EE8FA773-47F6-49CB-9427-1D89DE4F5490}" srcOrd="0" destOrd="0" presId="urn:microsoft.com/office/officeart/2005/8/layout/list1"/>
    <dgm:cxn modelId="{09799CF0-325B-4C8D-9087-04C3AE8B2F05}" type="presOf" srcId="{4DCD8EF5-FD80-49A3-B71D-8E2C9FF385A2}" destId="{69A48D84-B2EB-4D9B-B90B-3E41D1AC7606}" srcOrd="1" destOrd="0" presId="urn:microsoft.com/office/officeart/2005/8/layout/list1"/>
    <dgm:cxn modelId="{C06A28F3-D85A-444E-ABA5-F9B9FCC18479}" srcId="{E7F54A45-6FC5-41E5-A0FC-4E20B77BE586}" destId="{4DCD8EF5-FD80-49A3-B71D-8E2C9FF385A2}" srcOrd="2" destOrd="0" parTransId="{2399DCFF-FB7A-4269-BBBE-643B1411EBD2}" sibTransId="{368D22DC-A7F4-41B6-8B44-B58EAD7889B7}"/>
    <dgm:cxn modelId="{55972056-4AF4-42F7-91AB-06B0E92E1E7F}" type="presParOf" srcId="{C4ABF54D-4B7E-42EC-8D9E-76317BD38E08}" destId="{770D888B-F17B-431C-AB94-6F706DB60FB0}" srcOrd="0" destOrd="0" presId="urn:microsoft.com/office/officeart/2005/8/layout/list1"/>
    <dgm:cxn modelId="{87092BB5-A199-41BE-B234-980CDFEF9697}" type="presParOf" srcId="{770D888B-F17B-431C-AB94-6F706DB60FB0}" destId="{6AA6D9E3-41B3-47F4-BFB3-365CED30F907}" srcOrd="0" destOrd="0" presId="urn:microsoft.com/office/officeart/2005/8/layout/list1"/>
    <dgm:cxn modelId="{22369DF6-CE0A-4494-AC11-FE8E33BBD296}" type="presParOf" srcId="{770D888B-F17B-431C-AB94-6F706DB60FB0}" destId="{39432DDD-DEEE-4448-92AF-E48CB3ABCF0E}" srcOrd="1" destOrd="0" presId="urn:microsoft.com/office/officeart/2005/8/layout/list1"/>
    <dgm:cxn modelId="{6BD28832-BEAA-4AAD-A5BC-5A82B4E9B097}" type="presParOf" srcId="{C4ABF54D-4B7E-42EC-8D9E-76317BD38E08}" destId="{464C2129-6D64-4509-95CB-3D5468FCD250}" srcOrd="1" destOrd="0" presId="urn:microsoft.com/office/officeart/2005/8/layout/list1"/>
    <dgm:cxn modelId="{6FAB3E5E-6DC2-4E95-BDE7-8051AA8BC42A}" type="presParOf" srcId="{C4ABF54D-4B7E-42EC-8D9E-76317BD38E08}" destId="{FA6A8E58-4447-4120-8B63-70D76426C3EA}" srcOrd="2" destOrd="0" presId="urn:microsoft.com/office/officeart/2005/8/layout/list1"/>
    <dgm:cxn modelId="{B3DDD51F-8AEC-43AB-B42B-079B0C8D72F7}" type="presParOf" srcId="{C4ABF54D-4B7E-42EC-8D9E-76317BD38E08}" destId="{1A611D80-9D48-48DA-B357-F9F3F0C39A18}" srcOrd="3" destOrd="0" presId="urn:microsoft.com/office/officeart/2005/8/layout/list1"/>
    <dgm:cxn modelId="{B0EAB20E-0A0C-48E6-839E-CBD10E15A6EF}" type="presParOf" srcId="{C4ABF54D-4B7E-42EC-8D9E-76317BD38E08}" destId="{38BFE3F9-A359-4BC6-B8AC-61CC538476A5}" srcOrd="4" destOrd="0" presId="urn:microsoft.com/office/officeart/2005/8/layout/list1"/>
    <dgm:cxn modelId="{81E1F701-7AAF-4E0C-8708-B8C41AE7F4A0}" type="presParOf" srcId="{38BFE3F9-A359-4BC6-B8AC-61CC538476A5}" destId="{EE8FA773-47F6-49CB-9427-1D89DE4F5490}" srcOrd="0" destOrd="0" presId="urn:microsoft.com/office/officeart/2005/8/layout/list1"/>
    <dgm:cxn modelId="{474940DE-C411-44A8-94C3-4BA9CA32C418}" type="presParOf" srcId="{38BFE3F9-A359-4BC6-B8AC-61CC538476A5}" destId="{CF9A9AE9-582A-448F-ABD2-8AC819ECCB67}" srcOrd="1" destOrd="0" presId="urn:microsoft.com/office/officeart/2005/8/layout/list1"/>
    <dgm:cxn modelId="{C166CF02-8E8D-4890-8D7B-7C0BA915673D}" type="presParOf" srcId="{C4ABF54D-4B7E-42EC-8D9E-76317BD38E08}" destId="{3C3E4F56-757B-41B9-8223-E6E3A1BF905B}" srcOrd="5" destOrd="0" presId="urn:microsoft.com/office/officeart/2005/8/layout/list1"/>
    <dgm:cxn modelId="{F2B72A28-E6F0-48B6-B2FD-0E9153E9EE47}" type="presParOf" srcId="{C4ABF54D-4B7E-42EC-8D9E-76317BD38E08}" destId="{21C1F03F-737C-492C-B152-84556FA603A2}" srcOrd="6" destOrd="0" presId="urn:microsoft.com/office/officeart/2005/8/layout/list1"/>
    <dgm:cxn modelId="{F1AD7A79-AE54-4F73-9A6E-9E51FAD5285F}" type="presParOf" srcId="{C4ABF54D-4B7E-42EC-8D9E-76317BD38E08}" destId="{CCF1A04E-CD4F-493D-82C7-95B4918F1627}" srcOrd="7" destOrd="0" presId="urn:microsoft.com/office/officeart/2005/8/layout/list1"/>
    <dgm:cxn modelId="{ACF251E3-2BFC-42D0-815F-914E818EAAA7}" type="presParOf" srcId="{C4ABF54D-4B7E-42EC-8D9E-76317BD38E08}" destId="{317E5467-F98B-4CEE-920D-4B72BB724D2A}" srcOrd="8" destOrd="0" presId="urn:microsoft.com/office/officeart/2005/8/layout/list1"/>
    <dgm:cxn modelId="{ED126D53-6B97-492D-901F-DC53D9198CCA}" type="presParOf" srcId="{317E5467-F98B-4CEE-920D-4B72BB724D2A}" destId="{448234FE-ADDA-4CA6-BF25-DF249DF22F02}" srcOrd="0" destOrd="0" presId="urn:microsoft.com/office/officeart/2005/8/layout/list1"/>
    <dgm:cxn modelId="{F670318A-3832-470A-9E5B-8A88F1193859}" type="presParOf" srcId="{317E5467-F98B-4CEE-920D-4B72BB724D2A}" destId="{69A48D84-B2EB-4D9B-B90B-3E41D1AC7606}" srcOrd="1" destOrd="0" presId="urn:microsoft.com/office/officeart/2005/8/layout/list1"/>
    <dgm:cxn modelId="{7900BE46-F560-457A-A288-4CF3142F343C}" type="presParOf" srcId="{C4ABF54D-4B7E-42EC-8D9E-76317BD38E08}" destId="{52D12C67-2172-45A5-9BC8-6AE21D28ED79}" srcOrd="9" destOrd="0" presId="urn:microsoft.com/office/officeart/2005/8/layout/list1"/>
    <dgm:cxn modelId="{0137EE74-44C5-41FD-B154-0F0413B889F4}" type="presParOf" srcId="{C4ABF54D-4B7E-42EC-8D9E-76317BD38E08}" destId="{F4E9C76D-83E8-4899-8E27-530CB7A370D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6FD530C-78F5-404C-AC49-14C48B82689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240342-ADD3-42D8-A2AB-0028BC57319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0" baseline="0" dirty="0"/>
            <a:t>The Binoculars paper reports noticeably lower detector performance on </a:t>
          </a:r>
          <a:r>
            <a:rPr lang="en-US" i="1" baseline="0" dirty="0"/>
            <a:t>non-English</a:t>
          </a:r>
          <a:r>
            <a:rPr lang="en-US" i="0" baseline="0" dirty="0"/>
            <a:t> datasets</a:t>
          </a:r>
          <a:endParaRPr lang="en-US" dirty="0"/>
        </a:p>
      </dgm:t>
    </dgm:pt>
    <dgm:pt modelId="{0B20E795-BA18-4023-988F-CADD15B0C4B6}" type="parTrans" cxnId="{438E9AB9-9613-4218-8852-3F70E6FE0510}">
      <dgm:prSet/>
      <dgm:spPr/>
      <dgm:t>
        <a:bodyPr/>
        <a:lstStyle/>
        <a:p>
          <a:endParaRPr lang="en-US"/>
        </a:p>
      </dgm:t>
    </dgm:pt>
    <dgm:pt modelId="{D2E4D86D-2EC1-482A-B1D5-02A7A6756D2E}" type="sibTrans" cxnId="{438E9AB9-9613-4218-8852-3F70E6FE0510}">
      <dgm:prSet/>
      <dgm:spPr/>
      <dgm:t>
        <a:bodyPr/>
        <a:lstStyle/>
        <a:p>
          <a:endParaRPr lang="en-US"/>
        </a:p>
      </dgm:t>
    </dgm:pt>
    <dgm:pt modelId="{6E0009D5-5FD5-4EA9-A4C5-CDD3A549595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0" baseline="0"/>
            <a:t>Authors suggest two primary causes</a:t>
          </a:r>
          <a:endParaRPr lang="en-US"/>
        </a:p>
      </dgm:t>
    </dgm:pt>
    <dgm:pt modelId="{AA5434AF-DA5D-4D72-A30C-DF05F8068564}" type="parTrans" cxnId="{0879A048-415F-4281-BC9E-C2B924736B50}">
      <dgm:prSet/>
      <dgm:spPr/>
      <dgm:t>
        <a:bodyPr/>
        <a:lstStyle/>
        <a:p>
          <a:endParaRPr lang="en-US"/>
        </a:p>
      </dgm:t>
    </dgm:pt>
    <dgm:pt modelId="{3FEDE980-801C-4D00-AD9C-A8AE9F95E572}" type="sibTrans" cxnId="{0879A048-415F-4281-BC9E-C2B924736B50}">
      <dgm:prSet/>
      <dgm:spPr/>
      <dgm:t>
        <a:bodyPr/>
        <a:lstStyle/>
        <a:p>
          <a:endParaRPr lang="en-US"/>
        </a:p>
      </dgm:t>
    </dgm:pt>
    <dgm:pt modelId="{A1D729B4-B16E-4104-8974-75BEBF582D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Need for multilingual generators</a:t>
          </a:r>
          <a:endParaRPr lang="en-US"/>
        </a:p>
      </dgm:t>
    </dgm:pt>
    <dgm:pt modelId="{38FEAEB8-2305-4060-AF66-A831B4DFDF41}" type="parTrans" cxnId="{CACA0EA3-213D-433D-9350-7C5392E71D4C}">
      <dgm:prSet/>
      <dgm:spPr/>
      <dgm:t>
        <a:bodyPr/>
        <a:lstStyle/>
        <a:p>
          <a:endParaRPr lang="en-US"/>
        </a:p>
      </dgm:t>
    </dgm:pt>
    <dgm:pt modelId="{A08F9D28-544C-44C2-86E1-901E0A0A75AA}" type="sibTrans" cxnId="{CACA0EA3-213D-433D-9350-7C5392E71D4C}">
      <dgm:prSet/>
      <dgm:spPr/>
      <dgm:t>
        <a:bodyPr/>
        <a:lstStyle/>
        <a:p>
          <a:endParaRPr lang="en-US"/>
        </a:p>
      </dgm:t>
    </dgm:pt>
    <dgm:pt modelId="{9C10C0C7-06BC-428C-B66C-D8B2DC8CB6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Need for matching multilingual detection models (observer &amp; performer alignment)</a:t>
          </a:r>
          <a:endParaRPr lang="en-US"/>
        </a:p>
      </dgm:t>
    </dgm:pt>
    <dgm:pt modelId="{12C047BC-9A63-4A25-A1C4-D80F7A6046F7}" type="parTrans" cxnId="{B788B6C5-A7E6-4BA4-9644-0F82F5DFA88F}">
      <dgm:prSet/>
      <dgm:spPr/>
      <dgm:t>
        <a:bodyPr/>
        <a:lstStyle/>
        <a:p>
          <a:endParaRPr lang="en-US"/>
        </a:p>
      </dgm:t>
    </dgm:pt>
    <dgm:pt modelId="{4D93AA87-1A2B-4205-A4B8-1FE264FC7810}" type="sibTrans" cxnId="{B788B6C5-A7E6-4BA4-9644-0F82F5DFA88F}">
      <dgm:prSet/>
      <dgm:spPr/>
      <dgm:t>
        <a:bodyPr/>
        <a:lstStyle/>
        <a:p>
          <a:endParaRPr lang="en-US"/>
        </a:p>
      </dgm:t>
    </dgm:pt>
    <dgm:pt modelId="{1061C581-FE97-4CEA-8DFF-A033D43D851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Haitian Creole is a mix of French, Spanish and Northwest African languages</a:t>
          </a:r>
        </a:p>
      </dgm:t>
    </dgm:pt>
    <dgm:pt modelId="{CFDF1E3E-529D-4E49-9528-4FF44985F147}" type="parTrans" cxnId="{A27D6EC3-C655-4AD3-AB1F-1C113DEC78E3}">
      <dgm:prSet/>
      <dgm:spPr/>
      <dgm:t>
        <a:bodyPr/>
        <a:lstStyle/>
        <a:p>
          <a:endParaRPr lang="en-US"/>
        </a:p>
      </dgm:t>
    </dgm:pt>
    <dgm:pt modelId="{B6FE4E23-7021-484A-BBF7-D1EF28716112}" type="sibTrans" cxnId="{A27D6EC3-C655-4AD3-AB1F-1C113DEC78E3}">
      <dgm:prSet/>
      <dgm:spPr/>
      <dgm:t>
        <a:bodyPr/>
        <a:lstStyle/>
        <a:p>
          <a:endParaRPr lang="en-US"/>
        </a:p>
      </dgm:t>
    </dgm:pt>
    <dgm:pt modelId="{526A2E89-8CF4-4B64-B87F-7BFAF87F930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Haitian Creole was selected for extension testing because</a:t>
          </a:r>
        </a:p>
      </dgm:t>
    </dgm:pt>
    <dgm:pt modelId="{BF540E60-2C68-4AA5-8AD6-36EF47413E1A}" type="parTrans" cxnId="{DB031C0C-4C6F-4EC2-8D40-1A6362870442}">
      <dgm:prSet/>
      <dgm:spPr/>
      <dgm:t>
        <a:bodyPr/>
        <a:lstStyle/>
        <a:p>
          <a:endParaRPr lang="en-US"/>
        </a:p>
      </dgm:t>
    </dgm:pt>
    <dgm:pt modelId="{FBF27CB7-355C-4B7B-8663-16E8C2222698}" type="sibTrans" cxnId="{DB031C0C-4C6F-4EC2-8D40-1A6362870442}">
      <dgm:prSet/>
      <dgm:spPr/>
      <dgm:t>
        <a:bodyPr/>
        <a:lstStyle/>
        <a:p>
          <a:endParaRPr lang="en-US"/>
        </a:p>
      </dgm:t>
    </dgm:pt>
    <dgm:pt modelId="{FB1530B9-7651-4902-85E1-CC5F5741BB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is a low-resource language with limited large-scale LLM training data</a:t>
          </a:r>
        </a:p>
      </dgm:t>
    </dgm:pt>
    <dgm:pt modelId="{649C7A66-AEE6-43B0-8DB1-1890E697968E}" type="parTrans" cxnId="{B2A7C353-3798-442E-BFB5-663E250EA8A9}">
      <dgm:prSet/>
      <dgm:spPr/>
      <dgm:t>
        <a:bodyPr/>
        <a:lstStyle/>
        <a:p>
          <a:endParaRPr lang="en-US"/>
        </a:p>
      </dgm:t>
    </dgm:pt>
    <dgm:pt modelId="{710CC711-F373-4614-87D3-A884D26FB63E}" type="sibTrans" cxnId="{B2A7C353-3798-442E-BFB5-663E250EA8A9}">
      <dgm:prSet/>
      <dgm:spPr/>
      <dgm:t>
        <a:bodyPr/>
        <a:lstStyle/>
        <a:p>
          <a:endParaRPr lang="en-US"/>
        </a:p>
      </dgm:t>
    </dgm:pt>
    <dgm:pt modelId="{01987305-84D5-45A9-905F-029139DF00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 am a native speaker</a:t>
          </a:r>
        </a:p>
      </dgm:t>
    </dgm:pt>
    <dgm:pt modelId="{6A6D3F4C-4240-408C-ACBF-A057AFEFD63E}" type="parTrans" cxnId="{6D619F55-1903-4285-B737-DD2BDE8D4F3A}">
      <dgm:prSet/>
      <dgm:spPr/>
      <dgm:t>
        <a:bodyPr/>
        <a:lstStyle/>
        <a:p>
          <a:endParaRPr lang="en-US"/>
        </a:p>
      </dgm:t>
    </dgm:pt>
    <dgm:pt modelId="{226ECA1F-CFA7-46E1-8F42-34CC88C16860}" type="sibTrans" cxnId="{6D619F55-1903-4285-B737-DD2BDE8D4F3A}">
      <dgm:prSet/>
      <dgm:spPr/>
      <dgm:t>
        <a:bodyPr/>
        <a:lstStyle/>
        <a:p>
          <a:endParaRPr lang="en-US"/>
        </a:p>
      </dgm:t>
    </dgm:pt>
    <dgm:pt modelId="{B8560E0C-FC75-4596-8822-78095E0D8AB5}" type="pres">
      <dgm:prSet presAssocID="{B6FD530C-78F5-404C-AC49-14C48B82689F}" presName="linear" presStyleCnt="0">
        <dgm:presLayoutVars>
          <dgm:animLvl val="lvl"/>
          <dgm:resizeHandles val="exact"/>
        </dgm:presLayoutVars>
      </dgm:prSet>
      <dgm:spPr/>
    </dgm:pt>
    <dgm:pt modelId="{476114E3-06DC-46F2-945D-DD04ED51D45A}" type="pres">
      <dgm:prSet presAssocID="{EB240342-ADD3-42D8-A2AB-0028BC57319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2B58C77-1B14-46CF-8A06-1E3D2973A420}" type="pres">
      <dgm:prSet presAssocID="{D2E4D86D-2EC1-482A-B1D5-02A7A6756D2E}" presName="spacer" presStyleCnt="0"/>
      <dgm:spPr/>
    </dgm:pt>
    <dgm:pt modelId="{77851DC9-280E-46B2-B77A-AAE85C99A4A1}" type="pres">
      <dgm:prSet presAssocID="{6E0009D5-5FD5-4EA9-A4C5-CDD3A549595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16730B9-8478-44EA-B4DE-D13D50BE3549}" type="pres">
      <dgm:prSet presAssocID="{6E0009D5-5FD5-4EA9-A4C5-CDD3A5495957}" presName="childText" presStyleLbl="revTx" presStyleIdx="0" presStyleCnt="2">
        <dgm:presLayoutVars>
          <dgm:bulletEnabled val="1"/>
        </dgm:presLayoutVars>
      </dgm:prSet>
      <dgm:spPr/>
    </dgm:pt>
    <dgm:pt modelId="{00BDDBAD-75FA-45E1-9F67-B370608BA64B}" type="pres">
      <dgm:prSet presAssocID="{1061C581-FE97-4CEA-8DFF-A033D43D851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A4028B6-CFF0-4ED7-BA48-FE201408D200}" type="pres">
      <dgm:prSet presAssocID="{B6FE4E23-7021-484A-BBF7-D1EF28716112}" presName="spacer" presStyleCnt="0"/>
      <dgm:spPr/>
    </dgm:pt>
    <dgm:pt modelId="{E3D59EC6-B0EE-499A-9F1D-9D03CA01B3CA}" type="pres">
      <dgm:prSet presAssocID="{526A2E89-8CF4-4B64-B87F-7BFAF87F930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CB63716-7593-4701-81A0-E5A6CD7777A0}" type="pres">
      <dgm:prSet presAssocID="{526A2E89-8CF4-4B64-B87F-7BFAF87F930C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09C3802-D3BF-457C-AAA0-98C4CAA8C9CB}" type="presOf" srcId="{EB240342-ADD3-42D8-A2AB-0028BC573191}" destId="{476114E3-06DC-46F2-945D-DD04ED51D45A}" srcOrd="0" destOrd="0" presId="urn:microsoft.com/office/officeart/2005/8/layout/vList2"/>
    <dgm:cxn modelId="{682BE304-D2CA-437A-BDF6-16ADAA61A0C8}" type="presOf" srcId="{A1D729B4-B16E-4104-8974-75BEBF582D20}" destId="{D16730B9-8478-44EA-B4DE-D13D50BE3549}" srcOrd="0" destOrd="0" presId="urn:microsoft.com/office/officeart/2005/8/layout/vList2"/>
    <dgm:cxn modelId="{F9E7430A-5F80-43E6-8160-A105903C9BA0}" type="presOf" srcId="{526A2E89-8CF4-4B64-B87F-7BFAF87F930C}" destId="{E3D59EC6-B0EE-499A-9F1D-9D03CA01B3CA}" srcOrd="0" destOrd="0" presId="urn:microsoft.com/office/officeart/2005/8/layout/vList2"/>
    <dgm:cxn modelId="{DB031C0C-4C6F-4EC2-8D40-1A6362870442}" srcId="{B6FD530C-78F5-404C-AC49-14C48B82689F}" destId="{526A2E89-8CF4-4B64-B87F-7BFAF87F930C}" srcOrd="3" destOrd="0" parTransId="{BF540E60-2C68-4AA5-8AD6-36EF47413E1A}" sibTransId="{FBF27CB7-355C-4B7B-8663-16E8C2222698}"/>
    <dgm:cxn modelId="{A7FFC243-794D-459A-A419-D010BADD5411}" type="presOf" srcId="{01987305-84D5-45A9-905F-029139DF00BA}" destId="{FCB63716-7593-4701-81A0-E5A6CD7777A0}" srcOrd="0" destOrd="1" presId="urn:microsoft.com/office/officeart/2005/8/layout/vList2"/>
    <dgm:cxn modelId="{0747A566-0066-440A-8E3C-51F9634BD152}" type="presOf" srcId="{1061C581-FE97-4CEA-8DFF-A033D43D8518}" destId="{00BDDBAD-75FA-45E1-9F67-B370608BA64B}" srcOrd="0" destOrd="0" presId="urn:microsoft.com/office/officeart/2005/8/layout/vList2"/>
    <dgm:cxn modelId="{0879A048-415F-4281-BC9E-C2B924736B50}" srcId="{B6FD530C-78F5-404C-AC49-14C48B82689F}" destId="{6E0009D5-5FD5-4EA9-A4C5-CDD3A5495957}" srcOrd="1" destOrd="0" parTransId="{AA5434AF-DA5D-4D72-A30C-DF05F8068564}" sibTransId="{3FEDE980-801C-4D00-AD9C-A8AE9F95E572}"/>
    <dgm:cxn modelId="{B2A7C353-3798-442E-BFB5-663E250EA8A9}" srcId="{526A2E89-8CF4-4B64-B87F-7BFAF87F930C}" destId="{FB1530B9-7651-4902-85E1-CC5F5741BB61}" srcOrd="0" destOrd="0" parTransId="{649C7A66-AEE6-43B0-8DB1-1890E697968E}" sibTransId="{710CC711-F373-4614-87D3-A884D26FB63E}"/>
    <dgm:cxn modelId="{6D619F55-1903-4285-B737-DD2BDE8D4F3A}" srcId="{526A2E89-8CF4-4B64-B87F-7BFAF87F930C}" destId="{01987305-84D5-45A9-905F-029139DF00BA}" srcOrd="1" destOrd="0" parTransId="{6A6D3F4C-4240-408C-ACBF-A057AFEFD63E}" sibTransId="{226ECA1F-CFA7-46E1-8F42-34CC88C16860}"/>
    <dgm:cxn modelId="{3C6D5386-509F-405A-A026-D98C4C9988E2}" type="presOf" srcId="{6E0009D5-5FD5-4EA9-A4C5-CDD3A5495957}" destId="{77851DC9-280E-46B2-B77A-AAE85C99A4A1}" srcOrd="0" destOrd="0" presId="urn:microsoft.com/office/officeart/2005/8/layout/vList2"/>
    <dgm:cxn modelId="{8F734996-6038-40F5-AD70-B58691D14A0B}" type="presOf" srcId="{B6FD530C-78F5-404C-AC49-14C48B82689F}" destId="{B8560E0C-FC75-4596-8822-78095E0D8AB5}" srcOrd="0" destOrd="0" presId="urn:microsoft.com/office/officeart/2005/8/layout/vList2"/>
    <dgm:cxn modelId="{CACA0EA3-213D-433D-9350-7C5392E71D4C}" srcId="{6E0009D5-5FD5-4EA9-A4C5-CDD3A5495957}" destId="{A1D729B4-B16E-4104-8974-75BEBF582D20}" srcOrd="0" destOrd="0" parTransId="{38FEAEB8-2305-4060-AF66-A831B4DFDF41}" sibTransId="{A08F9D28-544C-44C2-86E1-901E0A0A75AA}"/>
    <dgm:cxn modelId="{438E9AB9-9613-4218-8852-3F70E6FE0510}" srcId="{B6FD530C-78F5-404C-AC49-14C48B82689F}" destId="{EB240342-ADD3-42D8-A2AB-0028BC573191}" srcOrd="0" destOrd="0" parTransId="{0B20E795-BA18-4023-988F-CADD15B0C4B6}" sibTransId="{D2E4D86D-2EC1-482A-B1D5-02A7A6756D2E}"/>
    <dgm:cxn modelId="{6AEA58BD-C963-4E2C-8764-7D4AAB3AB95E}" type="presOf" srcId="{9C10C0C7-06BC-428C-B66C-D8B2DC8CB6F3}" destId="{D16730B9-8478-44EA-B4DE-D13D50BE3549}" srcOrd="0" destOrd="1" presId="urn:microsoft.com/office/officeart/2005/8/layout/vList2"/>
    <dgm:cxn modelId="{A27D6EC3-C655-4AD3-AB1F-1C113DEC78E3}" srcId="{B6FD530C-78F5-404C-AC49-14C48B82689F}" destId="{1061C581-FE97-4CEA-8DFF-A033D43D8518}" srcOrd="2" destOrd="0" parTransId="{CFDF1E3E-529D-4E49-9528-4FF44985F147}" sibTransId="{B6FE4E23-7021-484A-BBF7-D1EF28716112}"/>
    <dgm:cxn modelId="{B788B6C5-A7E6-4BA4-9644-0F82F5DFA88F}" srcId="{6E0009D5-5FD5-4EA9-A4C5-CDD3A5495957}" destId="{9C10C0C7-06BC-428C-B66C-D8B2DC8CB6F3}" srcOrd="1" destOrd="0" parTransId="{12C047BC-9A63-4A25-A1C4-D80F7A6046F7}" sibTransId="{4D93AA87-1A2B-4205-A4B8-1FE264FC7810}"/>
    <dgm:cxn modelId="{7CAB11D9-4BC6-462B-BFF8-9B984BC931E1}" type="presOf" srcId="{FB1530B9-7651-4902-85E1-CC5F5741BB61}" destId="{FCB63716-7593-4701-81A0-E5A6CD7777A0}" srcOrd="0" destOrd="0" presId="urn:microsoft.com/office/officeart/2005/8/layout/vList2"/>
    <dgm:cxn modelId="{C94E2571-47AF-4AEA-8B15-349C32A1F440}" type="presParOf" srcId="{B8560E0C-FC75-4596-8822-78095E0D8AB5}" destId="{476114E3-06DC-46F2-945D-DD04ED51D45A}" srcOrd="0" destOrd="0" presId="urn:microsoft.com/office/officeart/2005/8/layout/vList2"/>
    <dgm:cxn modelId="{B3F4120B-AA20-4AEC-9654-BF58D01C5CF4}" type="presParOf" srcId="{B8560E0C-FC75-4596-8822-78095E0D8AB5}" destId="{A2B58C77-1B14-46CF-8A06-1E3D2973A420}" srcOrd="1" destOrd="0" presId="urn:microsoft.com/office/officeart/2005/8/layout/vList2"/>
    <dgm:cxn modelId="{E9B5FB5D-F3F1-440B-A400-F3287CA5ECB6}" type="presParOf" srcId="{B8560E0C-FC75-4596-8822-78095E0D8AB5}" destId="{77851DC9-280E-46B2-B77A-AAE85C99A4A1}" srcOrd="2" destOrd="0" presId="urn:microsoft.com/office/officeart/2005/8/layout/vList2"/>
    <dgm:cxn modelId="{2E0864CD-4EDD-4CCF-949C-BD902901B454}" type="presParOf" srcId="{B8560E0C-FC75-4596-8822-78095E0D8AB5}" destId="{D16730B9-8478-44EA-B4DE-D13D50BE3549}" srcOrd="3" destOrd="0" presId="urn:microsoft.com/office/officeart/2005/8/layout/vList2"/>
    <dgm:cxn modelId="{70D3E533-FACC-4222-8560-B15C8639E0FB}" type="presParOf" srcId="{B8560E0C-FC75-4596-8822-78095E0D8AB5}" destId="{00BDDBAD-75FA-45E1-9F67-B370608BA64B}" srcOrd="4" destOrd="0" presId="urn:microsoft.com/office/officeart/2005/8/layout/vList2"/>
    <dgm:cxn modelId="{75BC41BE-6658-43CB-94CD-BAD942066983}" type="presParOf" srcId="{B8560E0C-FC75-4596-8822-78095E0D8AB5}" destId="{FA4028B6-CFF0-4ED7-BA48-FE201408D200}" srcOrd="5" destOrd="0" presId="urn:microsoft.com/office/officeart/2005/8/layout/vList2"/>
    <dgm:cxn modelId="{95AE590A-BC60-4E4A-B816-3424DE0EB9A8}" type="presParOf" srcId="{B8560E0C-FC75-4596-8822-78095E0D8AB5}" destId="{E3D59EC6-B0EE-499A-9F1D-9D03CA01B3CA}" srcOrd="6" destOrd="0" presId="urn:microsoft.com/office/officeart/2005/8/layout/vList2"/>
    <dgm:cxn modelId="{B8BFF0F6-3ADE-4409-A0C4-47A51A9C9C8A}" type="presParOf" srcId="{B8560E0C-FC75-4596-8822-78095E0D8AB5}" destId="{FCB63716-7593-4701-81A0-E5A6CD7777A0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A7E8908-442B-4952-80F1-08E0A4E83BCA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3E8686-0F23-4DBE-BC50-68BF0F3F61D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0" baseline="0"/>
            <a:t>Generator: </a:t>
          </a:r>
          <a:r>
            <a:rPr lang="en-US" i="1" baseline="0"/>
            <a:t>Aya 101 and GPT 4</a:t>
          </a:r>
          <a:endParaRPr lang="en-US"/>
        </a:p>
      </dgm:t>
    </dgm:pt>
    <dgm:pt modelId="{009BA736-7FA6-459F-BD2F-C182678EB091}" type="parTrans" cxnId="{6F22734F-A5E0-4A86-95C5-1CCF57A7469F}">
      <dgm:prSet/>
      <dgm:spPr/>
      <dgm:t>
        <a:bodyPr/>
        <a:lstStyle/>
        <a:p>
          <a:endParaRPr lang="en-US"/>
        </a:p>
      </dgm:t>
    </dgm:pt>
    <dgm:pt modelId="{DB47D8B7-F89B-4632-9F8C-C0005DCFC1C5}" type="sibTrans" cxnId="{6F22734F-A5E0-4A86-95C5-1CCF57A7469F}">
      <dgm:prSet/>
      <dgm:spPr/>
      <dgm:t>
        <a:bodyPr/>
        <a:lstStyle/>
        <a:p>
          <a:endParaRPr lang="en-US"/>
        </a:p>
      </dgm:t>
    </dgm:pt>
    <dgm:pt modelId="{ADD556BC-0434-452D-8B09-D1B4B8B102A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0" baseline="0"/>
            <a:t>Generation Methods</a:t>
          </a:r>
          <a:endParaRPr lang="en-US"/>
        </a:p>
      </dgm:t>
    </dgm:pt>
    <dgm:pt modelId="{C528A73B-B1CF-4B8B-B8A4-F02E5841112B}" type="parTrans" cxnId="{9E874681-0B55-41F7-9427-A82E1D370A62}">
      <dgm:prSet/>
      <dgm:spPr/>
      <dgm:t>
        <a:bodyPr/>
        <a:lstStyle/>
        <a:p>
          <a:endParaRPr lang="en-US"/>
        </a:p>
      </dgm:t>
    </dgm:pt>
    <dgm:pt modelId="{97187F93-C380-4A3A-9CB1-F0D73DEF3FE7}" type="sibTrans" cxnId="{9E874681-0B55-41F7-9427-A82E1D370A62}">
      <dgm:prSet/>
      <dgm:spPr/>
      <dgm:t>
        <a:bodyPr/>
        <a:lstStyle/>
        <a:p>
          <a:endParaRPr lang="en-US"/>
        </a:p>
      </dgm:t>
    </dgm:pt>
    <dgm:pt modelId="{E69E2D44-851B-4352-824C-8864C17426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With prompt: Model instructed explicitly to write in Haitian Creole</a:t>
          </a:r>
          <a:endParaRPr lang="en-US"/>
        </a:p>
      </dgm:t>
    </dgm:pt>
    <dgm:pt modelId="{B9DE0ED3-CABB-4CC3-A4BE-FD7257134E20}" type="parTrans" cxnId="{90C1A94E-04F7-4BD1-91AA-C103E6D3DA6D}">
      <dgm:prSet/>
      <dgm:spPr/>
      <dgm:t>
        <a:bodyPr/>
        <a:lstStyle/>
        <a:p>
          <a:endParaRPr lang="en-US"/>
        </a:p>
      </dgm:t>
    </dgm:pt>
    <dgm:pt modelId="{637AD39D-3485-4461-B070-69504C39441D}" type="sibTrans" cxnId="{90C1A94E-04F7-4BD1-91AA-C103E6D3DA6D}">
      <dgm:prSet/>
      <dgm:spPr/>
      <dgm:t>
        <a:bodyPr/>
        <a:lstStyle/>
        <a:p>
          <a:endParaRPr lang="en-US"/>
        </a:p>
      </dgm:t>
    </dgm:pt>
    <dgm:pt modelId="{E451891E-3F12-466F-92E2-4B9809D56F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Without prompt: Text passed directly for continuation</a:t>
          </a:r>
          <a:endParaRPr lang="en-US"/>
        </a:p>
      </dgm:t>
    </dgm:pt>
    <dgm:pt modelId="{D08848E5-83A1-4E6C-88CE-7252B3C504F1}" type="parTrans" cxnId="{E2AB96CE-097B-427C-8A0F-E8559013D2F3}">
      <dgm:prSet/>
      <dgm:spPr/>
      <dgm:t>
        <a:bodyPr/>
        <a:lstStyle/>
        <a:p>
          <a:endParaRPr lang="en-US"/>
        </a:p>
      </dgm:t>
    </dgm:pt>
    <dgm:pt modelId="{22CEFD88-9B14-4673-9AFE-25A7C927A5CA}" type="sibTrans" cxnId="{E2AB96CE-097B-427C-8A0F-E8559013D2F3}">
      <dgm:prSet/>
      <dgm:spPr/>
      <dgm:t>
        <a:bodyPr/>
        <a:lstStyle/>
        <a:p>
          <a:endParaRPr lang="en-US"/>
        </a:p>
      </dgm:t>
    </dgm:pt>
    <dgm:pt modelId="{0542EFBA-CB11-4582-8175-AF2E21F369C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0" baseline="0"/>
            <a:t>Chunk Strategy</a:t>
          </a:r>
          <a:endParaRPr lang="en-US"/>
        </a:p>
      </dgm:t>
    </dgm:pt>
    <dgm:pt modelId="{38631418-766E-4684-A82D-18472AF86BAD}" type="parTrans" cxnId="{F6A74994-2B10-4E1C-965D-E49207855E52}">
      <dgm:prSet/>
      <dgm:spPr/>
      <dgm:t>
        <a:bodyPr/>
        <a:lstStyle/>
        <a:p>
          <a:endParaRPr lang="en-US"/>
        </a:p>
      </dgm:t>
    </dgm:pt>
    <dgm:pt modelId="{22D91E2F-810A-471D-9BEA-5F71CD554C47}" type="sibTrans" cxnId="{F6A74994-2B10-4E1C-965D-E49207855E52}">
      <dgm:prSet/>
      <dgm:spPr/>
      <dgm:t>
        <a:bodyPr/>
        <a:lstStyle/>
        <a:p>
          <a:endParaRPr lang="en-US"/>
        </a:p>
      </dgm:t>
    </dgm:pt>
    <dgm:pt modelId="{A69C9EFE-C70D-4258-B5E2-C26DFDB930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All texts chunked to approximately 4,000 characters</a:t>
          </a:r>
          <a:endParaRPr lang="en-US"/>
        </a:p>
      </dgm:t>
    </dgm:pt>
    <dgm:pt modelId="{BDF015DF-9660-426F-BBD4-CC3120B4161F}" type="parTrans" cxnId="{7EC601FB-0561-466A-B1E5-7D14A8997B09}">
      <dgm:prSet/>
      <dgm:spPr/>
      <dgm:t>
        <a:bodyPr/>
        <a:lstStyle/>
        <a:p>
          <a:endParaRPr lang="en-US"/>
        </a:p>
      </dgm:t>
    </dgm:pt>
    <dgm:pt modelId="{8C6FD88E-5955-44C3-A10E-59DD2E45B1E2}" type="sibTrans" cxnId="{7EC601FB-0561-466A-B1E5-7D14A8997B09}">
      <dgm:prSet/>
      <dgm:spPr/>
      <dgm:t>
        <a:bodyPr/>
        <a:lstStyle/>
        <a:p>
          <a:endParaRPr lang="en-US"/>
        </a:p>
      </dgm:t>
    </dgm:pt>
    <dgm:pt modelId="{BFEDC296-4326-4CF3-AFD5-65C588BE0E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 dirty="0"/>
            <a:t>Cut only </a:t>
          </a:r>
          <a:r>
            <a:rPr lang="en-US" i="1" baseline="0" dirty="0"/>
            <a:t>after the last word</a:t>
          </a:r>
          <a:r>
            <a:rPr lang="en-US" i="0" baseline="0" dirty="0"/>
            <a:t>, not mid-token </a:t>
          </a:r>
          <a:endParaRPr lang="en-US" dirty="0"/>
        </a:p>
      </dgm:t>
    </dgm:pt>
    <dgm:pt modelId="{A8F741BF-0F78-426B-A424-D7DEAEEC311D}" type="parTrans" cxnId="{7B63BBA2-BB06-447F-8C28-E26F5AB3773C}">
      <dgm:prSet/>
      <dgm:spPr/>
      <dgm:t>
        <a:bodyPr/>
        <a:lstStyle/>
        <a:p>
          <a:endParaRPr lang="en-US"/>
        </a:p>
      </dgm:t>
    </dgm:pt>
    <dgm:pt modelId="{1F87D394-0C10-4DBA-9D0C-7DC4266D4061}" type="sibTrans" cxnId="{7B63BBA2-BB06-447F-8C28-E26F5AB3773C}">
      <dgm:prSet/>
      <dgm:spPr/>
      <dgm:t>
        <a:bodyPr/>
        <a:lstStyle/>
        <a:p>
          <a:endParaRPr lang="en-US"/>
        </a:p>
      </dgm:t>
    </dgm:pt>
    <dgm:pt modelId="{E99CECCA-25DF-47EA-A167-75FA8EF79D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~5.2K texts</a:t>
          </a:r>
        </a:p>
      </dgm:t>
    </dgm:pt>
    <dgm:pt modelId="{4B74A920-99FE-4411-8BC9-3C578F129AB3}" type="parTrans" cxnId="{5EA6FD38-D194-4BFD-B8F3-155BF18868CC}">
      <dgm:prSet/>
      <dgm:spPr/>
      <dgm:t>
        <a:bodyPr/>
        <a:lstStyle/>
        <a:p>
          <a:endParaRPr lang="en-US"/>
        </a:p>
      </dgm:t>
    </dgm:pt>
    <dgm:pt modelId="{38293672-7109-40A0-8D2D-DB6059DE2004}" type="sibTrans" cxnId="{5EA6FD38-D194-4BFD-B8F3-155BF18868CC}">
      <dgm:prSet/>
      <dgm:spPr/>
      <dgm:t>
        <a:bodyPr/>
        <a:lstStyle/>
        <a:p>
          <a:endParaRPr lang="en-US"/>
        </a:p>
      </dgm:t>
    </dgm:pt>
    <dgm:pt modelId="{21452965-BB20-43A9-B4F6-FA53ED5AC42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0" baseline="0"/>
            <a:t>Text Type</a:t>
          </a:r>
          <a:endParaRPr lang="en-US"/>
        </a:p>
      </dgm:t>
    </dgm:pt>
    <dgm:pt modelId="{6F6EACB8-3E6C-47EB-A016-D542B0034F46}" type="parTrans" cxnId="{A8699726-567A-4E6B-99C3-E4D0E41D782A}">
      <dgm:prSet/>
      <dgm:spPr/>
      <dgm:t>
        <a:bodyPr/>
        <a:lstStyle/>
        <a:p>
          <a:endParaRPr lang="en-US"/>
        </a:p>
      </dgm:t>
    </dgm:pt>
    <dgm:pt modelId="{F1197D5D-3F2E-4F8C-AC3F-A86554DED03D}" type="sibTrans" cxnId="{A8699726-567A-4E6B-99C3-E4D0E41D782A}">
      <dgm:prSet/>
      <dgm:spPr/>
      <dgm:t>
        <a:bodyPr/>
        <a:lstStyle/>
        <a:p>
          <a:endParaRPr lang="en-US"/>
        </a:p>
      </dgm:t>
    </dgm:pt>
    <dgm:pt modelId="{9994C6CB-22F9-44D6-94CA-C46F2E4F8F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News articles</a:t>
          </a:r>
          <a:endParaRPr lang="en-US"/>
        </a:p>
      </dgm:t>
    </dgm:pt>
    <dgm:pt modelId="{ED720CFE-D69F-4D86-84C3-4441AEBD7E9C}" type="parTrans" cxnId="{C644558A-A362-408D-98CB-0437DDC86738}">
      <dgm:prSet/>
      <dgm:spPr/>
      <dgm:t>
        <a:bodyPr/>
        <a:lstStyle/>
        <a:p>
          <a:endParaRPr lang="en-US"/>
        </a:p>
      </dgm:t>
    </dgm:pt>
    <dgm:pt modelId="{268DDDB0-CF26-434C-AB1B-B68850549D30}" type="sibTrans" cxnId="{C644558A-A362-408D-98CB-0437DDC86738}">
      <dgm:prSet/>
      <dgm:spPr/>
      <dgm:t>
        <a:bodyPr/>
        <a:lstStyle/>
        <a:p>
          <a:endParaRPr lang="en-US"/>
        </a:p>
      </dgm:t>
    </dgm:pt>
    <dgm:pt modelId="{82BA0395-98E0-4054-967F-0F87F1A344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Poetry</a:t>
          </a:r>
        </a:p>
      </dgm:t>
    </dgm:pt>
    <dgm:pt modelId="{12F50631-8BB7-4C17-B03F-4818DC389DBA}" type="parTrans" cxnId="{D080A55D-EF4C-4A37-9E4D-D252E042C2EF}">
      <dgm:prSet/>
      <dgm:spPr/>
      <dgm:t>
        <a:bodyPr/>
        <a:lstStyle/>
        <a:p>
          <a:endParaRPr lang="en-US"/>
        </a:p>
      </dgm:t>
    </dgm:pt>
    <dgm:pt modelId="{92FB62BC-A600-4D63-A91B-4DB4D1D38CAC}" type="sibTrans" cxnId="{D080A55D-EF4C-4A37-9E4D-D252E042C2EF}">
      <dgm:prSet/>
      <dgm:spPr/>
      <dgm:t>
        <a:bodyPr/>
        <a:lstStyle/>
        <a:p>
          <a:endParaRPr lang="en-US"/>
        </a:p>
      </dgm:t>
    </dgm:pt>
    <dgm:pt modelId="{6522B404-663C-4052-A8A0-A6F52EE25E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Blogs/reddit</a:t>
          </a:r>
          <a:endParaRPr lang="en-US"/>
        </a:p>
      </dgm:t>
    </dgm:pt>
    <dgm:pt modelId="{77924FA7-21EF-4BC3-A1C4-5640053FF9B7}" type="parTrans" cxnId="{FB7250E8-DF36-4CF8-93AA-D8F1CAEF7B0A}">
      <dgm:prSet/>
      <dgm:spPr/>
      <dgm:t>
        <a:bodyPr/>
        <a:lstStyle/>
        <a:p>
          <a:endParaRPr lang="en-US"/>
        </a:p>
      </dgm:t>
    </dgm:pt>
    <dgm:pt modelId="{924585DD-8E4C-417F-8703-3E098869D1E1}" type="sibTrans" cxnId="{FB7250E8-DF36-4CF8-93AA-D8F1CAEF7B0A}">
      <dgm:prSet/>
      <dgm:spPr/>
      <dgm:t>
        <a:bodyPr/>
        <a:lstStyle/>
        <a:p>
          <a:endParaRPr lang="en-US"/>
        </a:p>
      </dgm:t>
    </dgm:pt>
    <dgm:pt modelId="{B1BDD8C1-DCEE-44DF-8097-CCC9FE1DB5B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Detection Models: </a:t>
          </a:r>
        </a:p>
      </dgm:t>
    </dgm:pt>
    <dgm:pt modelId="{A4C09226-6C6F-414A-B99A-30F3B5DE0336}" type="parTrans" cxnId="{78F47445-E4F2-41B7-B304-AC5B268855CD}">
      <dgm:prSet/>
      <dgm:spPr/>
      <dgm:t>
        <a:bodyPr/>
        <a:lstStyle/>
        <a:p>
          <a:endParaRPr lang="en-US"/>
        </a:p>
      </dgm:t>
    </dgm:pt>
    <dgm:pt modelId="{D9D6A35C-03CD-4D3A-8718-F6CC0CC1E7B1}" type="sibTrans" cxnId="{78F47445-E4F2-41B7-B304-AC5B268855CD}">
      <dgm:prSet/>
      <dgm:spPr/>
      <dgm:t>
        <a:bodyPr/>
        <a:lstStyle/>
        <a:p>
          <a:endParaRPr lang="en-US"/>
        </a:p>
      </dgm:t>
    </dgm:pt>
    <dgm:pt modelId="{C2B682C1-B327-4B64-AF8B-7F0F3D0988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Falcon 7B base and instruct (English-only) </a:t>
          </a:r>
          <a:endParaRPr lang="en-US"/>
        </a:p>
      </dgm:t>
    </dgm:pt>
    <dgm:pt modelId="{3CA22F1F-E70C-4518-A73D-0377E41042DC}" type="parTrans" cxnId="{101D2D92-4BC0-439D-9999-C7C72229089F}">
      <dgm:prSet/>
      <dgm:spPr/>
      <dgm:t>
        <a:bodyPr/>
        <a:lstStyle/>
        <a:p>
          <a:endParaRPr lang="en-US"/>
        </a:p>
      </dgm:t>
    </dgm:pt>
    <dgm:pt modelId="{1AC3C2D3-F1DE-407D-A3E2-E888DCFA79DA}" type="sibTrans" cxnId="{101D2D92-4BC0-439D-9999-C7C72229089F}">
      <dgm:prSet/>
      <dgm:spPr/>
      <dgm:t>
        <a:bodyPr/>
        <a:lstStyle/>
        <a:p>
          <a:endParaRPr lang="en-US"/>
        </a:p>
      </dgm:t>
    </dgm:pt>
    <dgm:pt modelId="{C28419DA-55C0-453F-A881-463C0FF814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Falcon-H1 1.5B base and deep base (Multi-lang)</a:t>
          </a:r>
        </a:p>
      </dgm:t>
    </dgm:pt>
    <dgm:pt modelId="{C5A7B8C1-2EFE-4AF7-B51C-F7FDEDF335B6}" type="parTrans" cxnId="{6A1CC199-9297-4048-A541-29EA5773D308}">
      <dgm:prSet/>
      <dgm:spPr/>
      <dgm:t>
        <a:bodyPr/>
        <a:lstStyle/>
        <a:p>
          <a:endParaRPr lang="en-US"/>
        </a:p>
      </dgm:t>
    </dgm:pt>
    <dgm:pt modelId="{E82330F0-AD83-4C4A-A0F2-2FF94DC7F535}" type="sibTrans" cxnId="{6A1CC199-9297-4048-A541-29EA5773D308}">
      <dgm:prSet/>
      <dgm:spPr/>
      <dgm:t>
        <a:bodyPr/>
        <a:lstStyle/>
        <a:p>
          <a:endParaRPr lang="en-US"/>
        </a:p>
      </dgm:t>
    </dgm:pt>
    <dgm:pt modelId="{CA5ABD25-E64F-431B-BAFB-CEA02AA20079}" type="pres">
      <dgm:prSet presAssocID="{2A7E8908-442B-4952-80F1-08E0A4E83BCA}" presName="root" presStyleCnt="0">
        <dgm:presLayoutVars>
          <dgm:dir/>
          <dgm:resizeHandles val="exact"/>
        </dgm:presLayoutVars>
      </dgm:prSet>
      <dgm:spPr/>
    </dgm:pt>
    <dgm:pt modelId="{4A180F09-40F3-4423-B126-5BE0B31DC551}" type="pres">
      <dgm:prSet presAssocID="{0A3E8686-0F23-4DBE-BC50-68BF0F3F61D8}" presName="compNode" presStyleCnt="0"/>
      <dgm:spPr/>
    </dgm:pt>
    <dgm:pt modelId="{9091A4B9-A3E8-4930-B397-C4FA1CBC023F}" type="pres">
      <dgm:prSet presAssocID="{0A3E8686-0F23-4DBE-BC50-68BF0F3F61D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01CC89A8-920E-4771-A2CF-18B0A5DABD38}" type="pres">
      <dgm:prSet presAssocID="{0A3E8686-0F23-4DBE-BC50-68BF0F3F61D8}" presName="iconSpace" presStyleCnt="0"/>
      <dgm:spPr/>
    </dgm:pt>
    <dgm:pt modelId="{BAC52C70-7CC6-4C2B-80A2-71CDFEEFDAA6}" type="pres">
      <dgm:prSet presAssocID="{0A3E8686-0F23-4DBE-BC50-68BF0F3F61D8}" presName="parTx" presStyleLbl="revTx" presStyleIdx="0" presStyleCnt="10">
        <dgm:presLayoutVars>
          <dgm:chMax val="0"/>
          <dgm:chPref val="0"/>
        </dgm:presLayoutVars>
      </dgm:prSet>
      <dgm:spPr/>
    </dgm:pt>
    <dgm:pt modelId="{C94DA259-D71B-45DE-8091-FE5E70CBCFE1}" type="pres">
      <dgm:prSet presAssocID="{0A3E8686-0F23-4DBE-BC50-68BF0F3F61D8}" presName="txSpace" presStyleCnt="0"/>
      <dgm:spPr/>
    </dgm:pt>
    <dgm:pt modelId="{4EDDB8C8-40B4-4C1D-AB5D-D63B0E0298AF}" type="pres">
      <dgm:prSet presAssocID="{0A3E8686-0F23-4DBE-BC50-68BF0F3F61D8}" presName="desTx" presStyleLbl="revTx" presStyleIdx="1" presStyleCnt="10">
        <dgm:presLayoutVars/>
      </dgm:prSet>
      <dgm:spPr/>
    </dgm:pt>
    <dgm:pt modelId="{F8394CA1-62C1-4B2F-81EA-883D6884189E}" type="pres">
      <dgm:prSet presAssocID="{DB47D8B7-F89B-4632-9F8C-C0005DCFC1C5}" presName="sibTrans" presStyleCnt="0"/>
      <dgm:spPr/>
    </dgm:pt>
    <dgm:pt modelId="{3A8DB8CC-F7C4-47EC-8A2D-DEE325C0B06A}" type="pres">
      <dgm:prSet presAssocID="{ADD556BC-0434-452D-8B09-D1B4B8B102A5}" presName="compNode" presStyleCnt="0"/>
      <dgm:spPr/>
    </dgm:pt>
    <dgm:pt modelId="{50E45A23-50B9-4896-9AA5-17FC6BFC0FA4}" type="pres">
      <dgm:prSet presAssocID="{ADD556BC-0434-452D-8B09-D1B4B8B102A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16818D44-E490-4440-B3E0-5152698D79F2}" type="pres">
      <dgm:prSet presAssocID="{ADD556BC-0434-452D-8B09-D1B4B8B102A5}" presName="iconSpace" presStyleCnt="0"/>
      <dgm:spPr/>
    </dgm:pt>
    <dgm:pt modelId="{AA8BC1E2-7361-41DF-9D44-67622D0FB403}" type="pres">
      <dgm:prSet presAssocID="{ADD556BC-0434-452D-8B09-D1B4B8B102A5}" presName="parTx" presStyleLbl="revTx" presStyleIdx="2" presStyleCnt="10">
        <dgm:presLayoutVars>
          <dgm:chMax val="0"/>
          <dgm:chPref val="0"/>
        </dgm:presLayoutVars>
      </dgm:prSet>
      <dgm:spPr/>
    </dgm:pt>
    <dgm:pt modelId="{343CECAE-4E56-43F6-9ACA-9730E2655A33}" type="pres">
      <dgm:prSet presAssocID="{ADD556BC-0434-452D-8B09-D1B4B8B102A5}" presName="txSpace" presStyleCnt="0"/>
      <dgm:spPr/>
    </dgm:pt>
    <dgm:pt modelId="{85CE7C94-CBED-47A5-AE98-C843ED653673}" type="pres">
      <dgm:prSet presAssocID="{ADD556BC-0434-452D-8B09-D1B4B8B102A5}" presName="desTx" presStyleLbl="revTx" presStyleIdx="3" presStyleCnt="10">
        <dgm:presLayoutVars/>
      </dgm:prSet>
      <dgm:spPr/>
    </dgm:pt>
    <dgm:pt modelId="{446817FB-E1FD-4A52-A1C9-7D0ACEE805E7}" type="pres">
      <dgm:prSet presAssocID="{97187F93-C380-4A3A-9CB1-F0D73DEF3FE7}" presName="sibTrans" presStyleCnt="0"/>
      <dgm:spPr/>
    </dgm:pt>
    <dgm:pt modelId="{3F2B2CD1-2FA5-4A46-8856-4BEF81582C53}" type="pres">
      <dgm:prSet presAssocID="{0542EFBA-CB11-4582-8175-AF2E21F369CF}" presName="compNode" presStyleCnt="0"/>
      <dgm:spPr/>
    </dgm:pt>
    <dgm:pt modelId="{8CC34C21-5A0E-4F12-A1AD-D7C2C472D059}" type="pres">
      <dgm:prSet presAssocID="{0542EFBA-CB11-4582-8175-AF2E21F369C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DA52B08C-A34C-45E9-97A9-A3771D96FD05}" type="pres">
      <dgm:prSet presAssocID="{0542EFBA-CB11-4582-8175-AF2E21F369CF}" presName="iconSpace" presStyleCnt="0"/>
      <dgm:spPr/>
    </dgm:pt>
    <dgm:pt modelId="{782691EF-26B4-4232-B413-B67747805843}" type="pres">
      <dgm:prSet presAssocID="{0542EFBA-CB11-4582-8175-AF2E21F369CF}" presName="parTx" presStyleLbl="revTx" presStyleIdx="4" presStyleCnt="10">
        <dgm:presLayoutVars>
          <dgm:chMax val="0"/>
          <dgm:chPref val="0"/>
        </dgm:presLayoutVars>
      </dgm:prSet>
      <dgm:spPr/>
    </dgm:pt>
    <dgm:pt modelId="{06587EEB-431C-4117-9FA7-C84BE5CC985E}" type="pres">
      <dgm:prSet presAssocID="{0542EFBA-CB11-4582-8175-AF2E21F369CF}" presName="txSpace" presStyleCnt="0"/>
      <dgm:spPr/>
    </dgm:pt>
    <dgm:pt modelId="{091934CE-9353-42CE-8045-E1AEA0BD0AB9}" type="pres">
      <dgm:prSet presAssocID="{0542EFBA-CB11-4582-8175-AF2E21F369CF}" presName="desTx" presStyleLbl="revTx" presStyleIdx="5" presStyleCnt="10">
        <dgm:presLayoutVars/>
      </dgm:prSet>
      <dgm:spPr/>
    </dgm:pt>
    <dgm:pt modelId="{F118466D-7ED2-4262-9EBA-1887B5BD1854}" type="pres">
      <dgm:prSet presAssocID="{22D91E2F-810A-471D-9BEA-5F71CD554C47}" presName="sibTrans" presStyleCnt="0"/>
      <dgm:spPr/>
    </dgm:pt>
    <dgm:pt modelId="{A19E38DF-DD69-4DDF-B96C-6753F001715C}" type="pres">
      <dgm:prSet presAssocID="{21452965-BB20-43A9-B4F6-FA53ED5AC42E}" presName="compNode" presStyleCnt="0"/>
      <dgm:spPr/>
    </dgm:pt>
    <dgm:pt modelId="{28E8FAD6-2444-46B5-88CA-DE6C03E8C4FD}" type="pres">
      <dgm:prSet presAssocID="{21452965-BB20-43A9-B4F6-FA53ED5AC42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20B02C46-D5F2-4912-BC7A-3B87C684142A}" type="pres">
      <dgm:prSet presAssocID="{21452965-BB20-43A9-B4F6-FA53ED5AC42E}" presName="iconSpace" presStyleCnt="0"/>
      <dgm:spPr/>
    </dgm:pt>
    <dgm:pt modelId="{B2CE9CBE-2429-4B03-9222-E4A3F10078A0}" type="pres">
      <dgm:prSet presAssocID="{21452965-BB20-43A9-B4F6-FA53ED5AC42E}" presName="parTx" presStyleLbl="revTx" presStyleIdx="6" presStyleCnt="10">
        <dgm:presLayoutVars>
          <dgm:chMax val="0"/>
          <dgm:chPref val="0"/>
        </dgm:presLayoutVars>
      </dgm:prSet>
      <dgm:spPr/>
    </dgm:pt>
    <dgm:pt modelId="{88E9D155-03BF-48AD-AED4-AEFE2036B6AC}" type="pres">
      <dgm:prSet presAssocID="{21452965-BB20-43A9-B4F6-FA53ED5AC42E}" presName="txSpace" presStyleCnt="0"/>
      <dgm:spPr/>
    </dgm:pt>
    <dgm:pt modelId="{70985917-C0A1-405E-8E35-0CE15A6559DF}" type="pres">
      <dgm:prSet presAssocID="{21452965-BB20-43A9-B4F6-FA53ED5AC42E}" presName="desTx" presStyleLbl="revTx" presStyleIdx="7" presStyleCnt="10">
        <dgm:presLayoutVars/>
      </dgm:prSet>
      <dgm:spPr/>
    </dgm:pt>
    <dgm:pt modelId="{B66AE1BF-2E49-4A17-B211-AE0315FC3EA8}" type="pres">
      <dgm:prSet presAssocID="{F1197D5D-3F2E-4F8C-AC3F-A86554DED03D}" presName="sibTrans" presStyleCnt="0"/>
      <dgm:spPr/>
    </dgm:pt>
    <dgm:pt modelId="{A2FDEF81-9E76-4136-867C-E1A559AD2CC5}" type="pres">
      <dgm:prSet presAssocID="{B1BDD8C1-DCEE-44DF-8097-CCC9FE1DB5B2}" presName="compNode" presStyleCnt="0"/>
      <dgm:spPr/>
    </dgm:pt>
    <dgm:pt modelId="{C1052097-6255-4820-B15B-956FC61423F7}" type="pres">
      <dgm:prSet presAssocID="{B1BDD8C1-DCEE-44DF-8097-CCC9FE1DB5B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arrow"/>
        </a:ext>
      </dgm:extLst>
    </dgm:pt>
    <dgm:pt modelId="{C0689D15-81C5-4654-8192-33BC5E7236F4}" type="pres">
      <dgm:prSet presAssocID="{B1BDD8C1-DCEE-44DF-8097-CCC9FE1DB5B2}" presName="iconSpace" presStyleCnt="0"/>
      <dgm:spPr/>
    </dgm:pt>
    <dgm:pt modelId="{9D54933B-2A72-4334-833A-CD9CBA69544F}" type="pres">
      <dgm:prSet presAssocID="{B1BDD8C1-DCEE-44DF-8097-CCC9FE1DB5B2}" presName="parTx" presStyleLbl="revTx" presStyleIdx="8" presStyleCnt="10">
        <dgm:presLayoutVars>
          <dgm:chMax val="0"/>
          <dgm:chPref val="0"/>
        </dgm:presLayoutVars>
      </dgm:prSet>
      <dgm:spPr/>
    </dgm:pt>
    <dgm:pt modelId="{00A77A7E-9A9D-49E8-87CA-14F064BDFF47}" type="pres">
      <dgm:prSet presAssocID="{B1BDD8C1-DCEE-44DF-8097-CCC9FE1DB5B2}" presName="txSpace" presStyleCnt="0"/>
      <dgm:spPr/>
    </dgm:pt>
    <dgm:pt modelId="{A5FF1DD0-882D-499A-9FEA-E158C3FA7DE8}" type="pres">
      <dgm:prSet presAssocID="{B1BDD8C1-DCEE-44DF-8097-CCC9FE1DB5B2}" presName="desTx" presStyleLbl="revTx" presStyleIdx="9" presStyleCnt="10">
        <dgm:presLayoutVars/>
      </dgm:prSet>
      <dgm:spPr/>
    </dgm:pt>
  </dgm:ptLst>
  <dgm:cxnLst>
    <dgm:cxn modelId="{A8699726-567A-4E6B-99C3-E4D0E41D782A}" srcId="{2A7E8908-442B-4952-80F1-08E0A4E83BCA}" destId="{21452965-BB20-43A9-B4F6-FA53ED5AC42E}" srcOrd="3" destOrd="0" parTransId="{6F6EACB8-3E6C-47EB-A016-D542B0034F46}" sibTransId="{F1197D5D-3F2E-4F8C-AC3F-A86554DED03D}"/>
    <dgm:cxn modelId="{65737B30-7721-4D07-A1E0-889D2AF52501}" type="presOf" srcId="{E69E2D44-851B-4352-824C-8864C1742699}" destId="{85CE7C94-CBED-47A5-AE98-C843ED653673}" srcOrd="0" destOrd="0" presId="urn:microsoft.com/office/officeart/2018/5/layout/CenteredIconLabelDescriptionList"/>
    <dgm:cxn modelId="{02C2AD38-89D8-48C9-B119-792C78057F5F}" type="presOf" srcId="{C28419DA-55C0-453F-A881-463C0FF8147F}" destId="{A5FF1DD0-882D-499A-9FEA-E158C3FA7DE8}" srcOrd="0" destOrd="1" presId="urn:microsoft.com/office/officeart/2018/5/layout/CenteredIconLabelDescriptionList"/>
    <dgm:cxn modelId="{5EA6FD38-D194-4BFD-B8F3-155BF18868CC}" srcId="{0542EFBA-CB11-4582-8175-AF2E21F369CF}" destId="{E99CECCA-25DF-47EA-A167-75FA8EF79D15}" srcOrd="2" destOrd="0" parTransId="{4B74A920-99FE-4411-8BC9-3C578F129AB3}" sibTransId="{38293672-7109-40A0-8D2D-DB6059DE2004}"/>
    <dgm:cxn modelId="{D080A55D-EF4C-4A37-9E4D-D252E042C2EF}" srcId="{21452965-BB20-43A9-B4F6-FA53ED5AC42E}" destId="{82BA0395-98E0-4054-967F-0F87F1A344D5}" srcOrd="1" destOrd="0" parTransId="{12F50631-8BB7-4C17-B03F-4818DC389DBA}" sibTransId="{92FB62BC-A600-4D63-A91B-4DB4D1D38CAC}"/>
    <dgm:cxn modelId="{FCB6315F-D917-4470-A4E4-0986530352D6}" type="presOf" srcId="{0A3E8686-0F23-4DBE-BC50-68BF0F3F61D8}" destId="{BAC52C70-7CC6-4C2B-80A2-71CDFEEFDAA6}" srcOrd="0" destOrd="0" presId="urn:microsoft.com/office/officeart/2018/5/layout/CenteredIconLabelDescriptionList"/>
    <dgm:cxn modelId="{01B0D361-D695-4322-80EF-250AA8F5E30A}" type="presOf" srcId="{A69C9EFE-C70D-4258-B5E2-C26DFDB93061}" destId="{091934CE-9353-42CE-8045-E1AEA0BD0AB9}" srcOrd="0" destOrd="0" presId="urn:microsoft.com/office/officeart/2018/5/layout/CenteredIconLabelDescriptionList"/>
    <dgm:cxn modelId="{78F47445-E4F2-41B7-B304-AC5B268855CD}" srcId="{2A7E8908-442B-4952-80F1-08E0A4E83BCA}" destId="{B1BDD8C1-DCEE-44DF-8097-CCC9FE1DB5B2}" srcOrd="4" destOrd="0" parTransId="{A4C09226-6C6F-414A-B99A-30F3B5DE0336}" sibTransId="{D9D6A35C-03CD-4D3A-8718-F6CC0CC1E7B1}"/>
    <dgm:cxn modelId="{7E9A8C6B-046B-4EE7-ACEF-0D9BCF54F8C2}" type="presOf" srcId="{BFEDC296-4326-4CF3-AFD5-65C588BE0EEF}" destId="{091934CE-9353-42CE-8045-E1AEA0BD0AB9}" srcOrd="0" destOrd="1" presId="urn:microsoft.com/office/officeart/2018/5/layout/CenteredIconLabelDescriptionList"/>
    <dgm:cxn modelId="{90C1A94E-04F7-4BD1-91AA-C103E6D3DA6D}" srcId="{ADD556BC-0434-452D-8B09-D1B4B8B102A5}" destId="{E69E2D44-851B-4352-824C-8864C1742699}" srcOrd="0" destOrd="0" parTransId="{B9DE0ED3-CABB-4CC3-A4BE-FD7257134E20}" sibTransId="{637AD39D-3485-4461-B070-69504C39441D}"/>
    <dgm:cxn modelId="{6F22734F-A5E0-4A86-95C5-1CCF57A7469F}" srcId="{2A7E8908-442B-4952-80F1-08E0A4E83BCA}" destId="{0A3E8686-0F23-4DBE-BC50-68BF0F3F61D8}" srcOrd="0" destOrd="0" parTransId="{009BA736-7FA6-459F-BD2F-C182678EB091}" sibTransId="{DB47D8B7-F89B-4632-9F8C-C0005DCFC1C5}"/>
    <dgm:cxn modelId="{59258550-FC18-4B33-A95C-766B343DDB26}" type="presOf" srcId="{21452965-BB20-43A9-B4F6-FA53ED5AC42E}" destId="{B2CE9CBE-2429-4B03-9222-E4A3F10078A0}" srcOrd="0" destOrd="0" presId="urn:microsoft.com/office/officeart/2018/5/layout/CenteredIconLabelDescriptionList"/>
    <dgm:cxn modelId="{9E874681-0B55-41F7-9427-A82E1D370A62}" srcId="{2A7E8908-442B-4952-80F1-08E0A4E83BCA}" destId="{ADD556BC-0434-452D-8B09-D1B4B8B102A5}" srcOrd="1" destOrd="0" parTransId="{C528A73B-B1CF-4B8B-B8A4-F02E5841112B}" sibTransId="{97187F93-C380-4A3A-9CB1-F0D73DEF3FE7}"/>
    <dgm:cxn modelId="{13219982-401B-460E-89D7-148750BD8157}" type="presOf" srcId="{0542EFBA-CB11-4582-8175-AF2E21F369CF}" destId="{782691EF-26B4-4232-B413-B67747805843}" srcOrd="0" destOrd="0" presId="urn:microsoft.com/office/officeart/2018/5/layout/CenteredIconLabelDescriptionList"/>
    <dgm:cxn modelId="{C644558A-A362-408D-98CB-0437DDC86738}" srcId="{21452965-BB20-43A9-B4F6-FA53ED5AC42E}" destId="{9994C6CB-22F9-44D6-94CA-C46F2E4F8FBE}" srcOrd="0" destOrd="0" parTransId="{ED720CFE-D69F-4D86-84C3-4441AEBD7E9C}" sibTransId="{268DDDB0-CF26-434C-AB1B-B68850549D30}"/>
    <dgm:cxn modelId="{101D2D92-4BC0-439D-9999-C7C72229089F}" srcId="{B1BDD8C1-DCEE-44DF-8097-CCC9FE1DB5B2}" destId="{C2B682C1-B327-4B64-AF8B-7F0F3D098803}" srcOrd="0" destOrd="0" parTransId="{3CA22F1F-E70C-4518-A73D-0377E41042DC}" sibTransId="{1AC3C2D3-F1DE-407D-A3E2-E888DCFA79DA}"/>
    <dgm:cxn modelId="{F6A74994-2B10-4E1C-965D-E49207855E52}" srcId="{2A7E8908-442B-4952-80F1-08E0A4E83BCA}" destId="{0542EFBA-CB11-4582-8175-AF2E21F369CF}" srcOrd="2" destOrd="0" parTransId="{38631418-766E-4684-A82D-18472AF86BAD}" sibTransId="{22D91E2F-810A-471D-9BEA-5F71CD554C47}"/>
    <dgm:cxn modelId="{6A1CC199-9297-4048-A541-29EA5773D308}" srcId="{B1BDD8C1-DCEE-44DF-8097-CCC9FE1DB5B2}" destId="{C28419DA-55C0-453F-A881-463C0FF8147F}" srcOrd="1" destOrd="0" parTransId="{C5A7B8C1-2EFE-4AF7-B51C-F7FDEDF335B6}" sibTransId="{E82330F0-AD83-4C4A-A0F2-2FF94DC7F535}"/>
    <dgm:cxn modelId="{7B63BBA2-BB06-447F-8C28-E26F5AB3773C}" srcId="{0542EFBA-CB11-4582-8175-AF2E21F369CF}" destId="{BFEDC296-4326-4CF3-AFD5-65C588BE0EEF}" srcOrd="1" destOrd="0" parTransId="{A8F741BF-0F78-426B-A424-D7DEAEEC311D}" sibTransId="{1F87D394-0C10-4DBA-9D0C-7DC4266D4061}"/>
    <dgm:cxn modelId="{5A4869A6-2BEB-4840-8043-505F40320317}" type="presOf" srcId="{E99CECCA-25DF-47EA-A167-75FA8EF79D15}" destId="{091934CE-9353-42CE-8045-E1AEA0BD0AB9}" srcOrd="0" destOrd="2" presId="urn:microsoft.com/office/officeart/2018/5/layout/CenteredIconLabelDescriptionList"/>
    <dgm:cxn modelId="{42E4E2AB-C21C-404C-8A35-61E39ECD09EE}" type="presOf" srcId="{2A7E8908-442B-4952-80F1-08E0A4E83BCA}" destId="{CA5ABD25-E64F-431B-BAFB-CEA02AA20079}" srcOrd="0" destOrd="0" presId="urn:microsoft.com/office/officeart/2018/5/layout/CenteredIconLabelDescriptionList"/>
    <dgm:cxn modelId="{E835E0AC-68B9-405F-A1D9-08F32196097F}" type="presOf" srcId="{82BA0395-98E0-4054-967F-0F87F1A344D5}" destId="{70985917-C0A1-405E-8E35-0CE15A6559DF}" srcOrd="0" destOrd="1" presId="urn:microsoft.com/office/officeart/2018/5/layout/CenteredIconLabelDescriptionList"/>
    <dgm:cxn modelId="{74C50EB6-613B-4385-B0C5-3AE481B5EC84}" type="presOf" srcId="{C2B682C1-B327-4B64-AF8B-7F0F3D098803}" destId="{A5FF1DD0-882D-499A-9FEA-E158C3FA7DE8}" srcOrd="0" destOrd="0" presId="urn:microsoft.com/office/officeart/2018/5/layout/CenteredIconLabelDescriptionList"/>
    <dgm:cxn modelId="{49180BC2-09EE-4513-87CF-6ABC64303D61}" type="presOf" srcId="{ADD556BC-0434-452D-8B09-D1B4B8B102A5}" destId="{AA8BC1E2-7361-41DF-9D44-67622D0FB403}" srcOrd="0" destOrd="0" presId="urn:microsoft.com/office/officeart/2018/5/layout/CenteredIconLabelDescriptionList"/>
    <dgm:cxn modelId="{69196BC7-47B0-46F9-B3B6-00604E51E66B}" type="presOf" srcId="{B1BDD8C1-DCEE-44DF-8097-CCC9FE1DB5B2}" destId="{9D54933B-2A72-4334-833A-CD9CBA69544F}" srcOrd="0" destOrd="0" presId="urn:microsoft.com/office/officeart/2018/5/layout/CenteredIconLabelDescriptionList"/>
    <dgm:cxn modelId="{E2AB96CE-097B-427C-8A0F-E8559013D2F3}" srcId="{ADD556BC-0434-452D-8B09-D1B4B8B102A5}" destId="{E451891E-3F12-466F-92E2-4B9809D56F67}" srcOrd="1" destOrd="0" parTransId="{D08848E5-83A1-4E6C-88CE-7252B3C504F1}" sibTransId="{22CEFD88-9B14-4673-9AFE-25A7C927A5CA}"/>
    <dgm:cxn modelId="{1AADA9D7-1C66-439E-A0BC-7C7A00A99948}" type="presOf" srcId="{6522B404-663C-4052-A8A0-A6F52EE25EAA}" destId="{70985917-C0A1-405E-8E35-0CE15A6559DF}" srcOrd="0" destOrd="2" presId="urn:microsoft.com/office/officeart/2018/5/layout/CenteredIconLabelDescriptionList"/>
    <dgm:cxn modelId="{7644ABE4-F80E-400C-9ED0-8C6A74D90D9D}" type="presOf" srcId="{E451891E-3F12-466F-92E2-4B9809D56F67}" destId="{85CE7C94-CBED-47A5-AE98-C843ED653673}" srcOrd="0" destOrd="1" presId="urn:microsoft.com/office/officeart/2018/5/layout/CenteredIconLabelDescriptionList"/>
    <dgm:cxn modelId="{FB7250E8-DF36-4CF8-93AA-D8F1CAEF7B0A}" srcId="{21452965-BB20-43A9-B4F6-FA53ED5AC42E}" destId="{6522B404-663C-4052-A8A0-A6F52EE25EAA}" srcOrd="2" destOrd="0" parTransId="{77924FA7-21EF-4BC3-A1C4-5640053FF9B7}" sibTransId="{924585DD-8E4C-417F-8703-3E098869D1E1}"/>
    <dgm:cxn modelId="{F840EFE8-1F2D-4EFF-839B-301C2D9538BD}" type="presOf" srcId="{9994C6CB-22F9-44D6-94CA-C46F2E4F8FBE}" destId="{70985917-C0A1-405E-8E35-0CE15A6559DF}" srcOrd="0" destOrd="0" presId="urn:microsoft.com/office/officeart/2018/5/layout/CenteredIconLabelDescriptionList"/>
    <dgm:cxn modelId="{7EC601FB-0561-466A-B1E5-7D14A8997B09}" srcId="{0542EFBA-CB11-4582-8175-AF2E21F369CF}" destId="{A69C9EFE-C70D-4258-B5E2-C26DFDB93061}" srcOrd="0" destOrd="0" parTransId="{BDF015DF-9660-426F-BBD4-CC3120B4161F}" sibTransId="{8C6FD88E-5955-44C3-A10E-59DD2E45B1E2}"/>
    <dgm:cxn modelId="{71E28015-3525-4A74-9461-2153CC1F714E}" type="presParOf" srcId="{CA5ABD25-E64F-431B-BAFB-CEA02AA20079}" destId="{4A180F09-40F3-4423-B126-5BE0B31DC551}" srcOrd="0" destOrd="0" presId="urn:microsoft.com/office/officeart/2018/5/layout/CenteredIconLabelDescriptionList"/>
    <dgm:cxn modelId="{DA30440E-4366-4320-A9F7-DB9AA545E803}" type="presParOf" srcId="{4A180F09-40F3-4423-B126-5BE0B31DC551}" destId="{9091A4B9-A3E8-4930-B397-C4FA1CBC023F}" srcOrd="0" destOrd="0" presId="urn:microsoft.com/office/officeart/2018/5/layout/CenteredIconLabelDescriptionList"/>
    <dgm:cxn modelId="{BFEB0E6D-4543-4E37-94BE-E6317D13E0F8}" type="presParOf" srcId="{4A180F09-40F3-4423-B126-5BE0B31DC551}" destId="{01CC89A8-920E-4771-A2CF-18B0A5DABD38}" srcOrd="1" destOrd="0" presId="urn:microsoft.com/office/officeart/2018/5/layout/CenteredIconLabelDescriptionList"/>
    <dgm:cxn modelId="{1953CBB6-FAB3-4EF0-A8DE-E5632D53AD91}" type="presParOf" srcId="{4A180F09-40F3-4423-B126-5BE0B31DC551}" destId="{BAC52C70-7CC6-4C2B-80A2-71CDFEEFDAA6}" srcOrd="2" destOrd="0" presId="urn:microsoft.com/office/officeart/2018/5/layout/CenteredIconLabelDescriptionList"/>
    <dgm:cxn modelId="{25214C71-43D7-409A-A1B6-DC6310611B3E}" type="presParOf" srcId="{4A180F09-40F3-4423-B126-5BE0B31DC551}" destId="{C94DA259-D71B-45DE-8091-FE5E70CBCFE1}" srcOrd="3" destOrd="0" presId="urn:microsoft.com/office/officeart/2018/5/layout/CenteredIconLabelDescriptionList"/>
    <dgm:cxn modelId="{1F25C2F4-E890-459A-8E8C-80A16E10AE12}" type="presParOf" srcId="{4A180F09-40F3-4423-B126-5BE0B31DC551}" destId="{4EDDB8C8-40B4-4C1D-AB5D-D63B0E0298AF}" srcOrd="4" destOrd="0" presId="urn:microsoft.com/office/officeart/2018/5/layout/CenteredIconLabelDescriptionList"/>
    <dgm:cxn modelId="{4D6450C5-C91C-41F6-A568-C4F5CA46C549}" type="presParOf" srcId="{CA5ABD25-E64F-431B-BAFB-CEA02AA20079}" destId="{F8394CA1-62C1-4B2F-81EA-883D6884189E}" srcOrd="1" destOrd="0" presId="urn:microsoft.com/office/officeart/2018/5/layout/CenteredIconLabelDescriptionList"/>
    <dgm:cxn modelId="{40330302-316B-4B9C-BBC9-CFD669EB96BC}" type="presParOf" srcId="{CA5ABD25-E64F-431B-BAFB-CEA02AA20079}" destId="{3A8DB8CC-F7C4-47EC-8A2D-DEE325C0B06A}" srcOrd="2" destOrd="0" presId="urn:microsoft.com/office/officeart/2018/5/layout/CenteredIconLabelDescriptionList"/>
    <dgm:cxn modelId="{532FFE74-1198-4897-A647-CF1C9B590BE6}" type="presParOf" srcId="{3A8DB8CC-F7C4-47EC-8A2D-DEE325C0B06A}" destId="{50E45A23-50B9-4896-9AA5-17FC6BFC0FA4}" srcOrd="0" destOrd="0" presId="urn:microsoft.com/office/officeart/2018/5/layout/CenteredIconLabelDescriptionList"/>
    <dgm:cxn modelId="{C7A84EFD-D7F6-4C7C-9D5D-6C3DC3D85034}" type="presParOf" srcId="{3A8DB8CC-F7C4-47EC-8A2D-DEE325C0B06A}" destId="{16818D44-E490-4440-B3E0-5152698D79F2}" srcOrd="1" destOrd="0" presId="urn:microsoft.com/office/officeart/2018/5/layout/CenteredIconLabelDescriptionList"/>
    <dgm:cxn modelId="{97ABD333-160E-405C-A5E6-642E3EF12712}" type="presParOf" srcId="{3A8DB8CC-F7C4-47EC-8A2D-DEE325C0B06A}" destId="{AA8BC1E2-7361-41DF-9D44-67622D0FB403}" srcOrd="2" destOrd="0" presId="urn:microsoft.com/office/officeart/2018/5/layout/CenteredIconLabelDescriptionList"/>
    <dgm:cxn modelId="{853497D7-949C-4DE3-91A6-159EBEEE6347}" type="presParOf" srcId="{3A8DB8CC-F7C4-47EC-8A2D-DEE325C0B06A}" destId="{343CECAE-4E56-43F6-9ACA-9730E2655A33}" srcOrd="3" destOrd="0" presId="urn:microsoft.com/office/officeart/2018/5/layout/CenteredIconLabelDescriptionList"/>
    <dgm:cxn modelId="{B573CBA5-49EA-4457-8F8A-03FB1B738DD0}" type="presParOf" srcId="{3A8DB8CC-F7C4-47EC-8A2D-DEE325C0B06A}" destId="{85CE7C94-CBED-47A5-AE98-C843ED653673}" srcOrd="4" destOrd="0" presId="urn:microsoft.com/office/officeart/2018/5/layout/CenteredIconLabelDescriptionList"/>
    <dgm:cxn modelId="{BD464805-8F7B-4468-9DE8-B966E007CD70}" type="presParOf" srcId="{CA5ABD25-E64F-431B-BAFB-CEA02AA20079}" destId="{446817FB-E1FD-4A52-A1C9-7D0ACEE805E7}" srcOrd="3" destOrd="0" presId="urn:microsoft.com/office/officeart/2018/5/layout/CenteredIconLabelDescriptionList"/>
    <dgm:cxn modelId="{3016295A-06D4-4F82-9195-8300FB10E77A}" type="presParOf" srcId="{CA5ABD25-E64F-431B-BAFB-CEA02AA20079}" destId="{3F2B2CD1-2FA5-4A46-8856-4BEF81582C53}" srcOrd="4" destOrd="0" presId="urn:microsoft.com/office/officeart/2018/5/layout/CenteredIconLabelDescriptionList"/>
    <dgm:cxn modelId="{0166B22A-8E9F-4C2F-81D5-BA11F2EAF6FB}" type="presParOf" srcId="{3F2B2CD1-2FA5-4A46-8856-4BEF81582C53}" destId="{8CC34C21-5A0E-4F12-A1AD-D7C2C472D059}" srcOrd="0" destOrd="0" presId="urn:microsoft.com/office/officeart/2018/5/layout/CenteredIconLabelDescriptionList"/>
    <dgm:cxn modelId="{4826DBA8-9B31-49B8-863D-5328C7DE4CF3}" type="presParOf" srcId="{3F2B2CD1-2FA5-4A46-8856-4BEF81582C53}" destId="{DA52B08C-A34C-45E9-97A9-A3771D96FD05}" srcOrd="1" destOrd="0" presId="urn:microsoft.com/office/officeart/2018/5/layout/CenteredIconLabelDescriptionList"/>
    <dgm:cxn modelId="{8F36C5BB-6EFD-459F-8DB4-DF7AFBFA2CA8}" type="presParOf" srcId="{3F2B2CD1-2FA5-4A46-8856-4BEF81582C53}" destId="{782691EF-26B4-4232-B413-B67747805843}" srcOrd="2" destOrd="0" presId="urn:microsoft.com/office/officeart/2018/5/layout/CenteredIconLabelDescriptionList"/>
    <dgm:cxn modelId="{4547E931-1039-406B-AE3C-223DF2C642FA}" type="presParOf" srcId="{3F2B2CD1-2FA5-4A46-8856-4BEF81582C53}" destId="{06587EEB-431C-4117-9FA7-C84BE5CC985E}" srcOrd="3" destOrd="0" presId="urn:microsoft.com/office/officeart/2018/5/layout/CenteredIconLabelDescriptionList"/>
    <dgm:cxn modelId="{14CD9AE6-0873-4C6B-9D6E-25C7F43A5F80}" type="presParOf" srcId="{3F2B2CD1-2FA5-4A46-8856-4BEF81582C53}" destId="{091934CE-9353-42CE-8045-E1AEA0BD0AB9}" srcOrd="4" destOrd="0" presId="urn:microsoft.com/office/officeart/2018/5/layout/CenteredIconLabelDescriptionList"/>
    <dgm:cxn modelId="{8939845C-F68A-4953-947F-94E8B07BDFA8}" type="presParOf" srcId="{CA5ABD25-E64F-431B-BAFB-CEA02AA20079}" destId="{F118466D-7ED2-4262-9EBA-1887B5BD1854}" srcOrd="5" destOrd="0" presId="urn:microsoft.com/office/officeart/2018/5/layout/CenteredIconLabelDescriptionList"/>
    <dgm:cxn modelId="{68073C49-7451-4652-BCA9-1CF570C7CA3F}" type="presParOf" srcId="{CA5ABD25-E64F-431B-BAFB-CEA02AA20079}" destId="{A19E38DF-DD69-4DDF-B96C-6753F001715C}" srcOrd="6" destOrd="0" presId="urn:microsoft.com/office/officeart/2018/5/layout/CenteredIconLabelDescriptionList"/>
    <dgm:cxn modelId="{8BCCC69F-887A-4930-B8B3-49EF8781A8B3}" type="presParOf" srcId="{A19E38DF-DD69-4DDF-B96C-6753F001715C}" destId="{28E8FAD6-2444-46B5-88CA-DE6C03E8C4FD}" srcOrd="0" destOrd="0" presId="urn:microsoft.com/office/officeart/2018/5/layout/CenteredIconLabelDescriptionList"/>
    <dgm:cxn modelId="{30DE92C0-DB33-4BFD-9621-3643A0BB63B8}" type="presParOf" srcId="{A19E38DF-DD69-4DDF-B96C-6753F001715C}" destId="{20B02C46-D5F2-4912-BC7A-3B87C684142A}" srcOrd="1" destOrd="0" presId="urn:microsoft.com/office/officeart/2018/5/layout/CenteredIconLabelDescriptionList"/>
    <dgm:cxn modelId="{8CA97DBB-D86D-42FA-94E4-8F0A7B678EA9}" type="presParOf" srcId="{A19E38DF-DD69-4DDF-B96C-6753F001715C}" destId="{B2CE9CBE-2429-4B03-9222-E4A3F10078A0}" srcOrd="2" destOrd="0" presId="urn:microsoft.com/office/officeart/2018/5/layout/CenteredIconLabelDescriptionList"/>
    <dgm:cxn modelId="{221438F2-395F-4243-88BA-9CBE48B854FC}" type="presParOf" srcId="{A19E38DF-DD69-4DDF-B96C-6753F001715C}" destId="{88E9D155-03BF-48AD-AED4-AEFE2036B6AC}" srcOrd="3" destOrd="0" presId="urn:microsoft.com/office/officeart/2018/5/layout/CenteredIconLabelDescriptionList"/>
    <dgm:cxn modelId="{A1637C3B-93EC-4278-9765-583D283D9D89}" type="presParOf" srcId="{A19E38DF-DD69-4DDF-B96C-6753F001715C}" destId="{70985917-C0A1-405E-8E35-0CE15A6559DF}" srcOrd="4" destOrd="0" presId="urn:microsoft.com/office/officeart/2018/5/layout/CenteredIconLabelDescriptionList"/>
    <dgm:cxn modelId="{276A26AF-0DD7-4C41-9D15-C0B88DAF5DAB}" type="presParOf" srcId="{CA5ABD25-E64F-431B-BAFB-CEA02AA20079}" destId="{B66AE1BF-2E49-4A17-B211-AE0315FC3EA8}" srcOrd="7" destOrd="0" presId="urn:microsoft.com/office/officeart/2018/5/layout/CenteredIconLabelDescriptionList"/>
    <dgm:cxn modelId="{40690464-9121-41D3-9F88-A52A818FE8B1}" type="presParOf" srcId="{CA5ABD25-E64F-431B-BAFB-CEA02AA20079}" destId="{A2FDEF81-9E76-4136-867C-E1A559AD2CC5}" srcOrd="8" destOrd="0" presId="urn:microsoft.com/office/officeart/2018/5/layout/CenteredIconLabelDescriptionList"/>
    <dgm:cxn modelId="{F3293A02-A870-4204-97F2-EF7C80C51247}" type="presParOf" srcId="{A2FDEF81-9E76-4136-867C-E1A559AD2CC5}" destId="{C1052097-6255-4820-B15B-956FC61423F7}" srcOrd="0" destOrd="0" presId="urn:microsoft.com/office/officeart/2018/5/layout/CenteredIconLabelDescriptionList"/>
    <dgm:cxn modelId="{199E6D56-3DC6-4063-82C0-12E601FC8140}" type="presParOf" srcId="{A2FDEF81-9E76-4136-867C-E1A559AD2CC5}" destId="{C0689D15-81C5-4654-8192-33BC5E7236F4}" srcOrd="1" destOrd="0" presId="urn:microsoft.com/office/officeart/2018/5/layout/CenteredIconLabelDescriptionList"/>
    <dgm:cxn modelId="{6B0EC469-792F-4024-AF6A-8B606DDCE504}" type="presParOf" srcId="{A2FDEF81-9E76-4136-867C-E1A559AD2CC5}" destId="{9D54933B-2A72-4334-833A-CD9CBA69544F}" srcOrd="2" destOrd="0" presId="urn:microsoft.com/office/officeart/2018/5/layout/CenteredIconLabelDescriptionList"/>
    <dgm:cxn modelId="{F3F8673E-BE73-4871-AA36-60C2C9EB914E}" type="presParOf" srcId="{A2FDEF81-9E76-4136-867C-E1A559AD2CC5}" destId="{00A77A7E-9A9D-49E8-87CA-14F064BDFF47}" srcOrd="3" destOrd="0" presId="urn:microsoft.com/office/officeart/2018/5/layout/CenteredIconLabelDescriptionList"/>
    <dgm:cxn modelId="{297A9F20-C97C-4CFE-BCAF-FC6E4852388F}" type="presParOf" srcId="{A2FDEF81-9E76-4136-867C-E1A559AD2CC5}" destId="{A5FF1DD0-882D-499A-9FEA-E158C3FA7DE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82AA530-61ED-4F6A-B610-BC10060952C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9A04CBA-D6F3-4035-B631-4588B89F7EDD}">
      <dgm:prSet/>
      <dgm:spPr/>
      <dgm:t>
        <a:bodyPr/>
        <a:lstStyle/>
        <a:p>
          <a:r>
            <a:rPr lang="en-US"/>
            <a:t>Complete further evaluations using multilingual model pairs</a:t>
          </a:r>
        </a:p>
      </dgm:t>
    </dgm:pt>
    <dgm:pt modelId="{1C982A2D-1956-4D18-93F4-757FCACD16B5}" type="parTrans" cxnId="{5018F385-7891-44E5-BBCF-2AD11BE51424}">
      <dgm:prSet/>
      <dgm:spPr/>
      <dgm:t>
        <a:bodyPr/>
        <a:lstStyle/>
        <a:p>
          <a:endParaRPr lang="en-US"/>
        </a:p>
      </dgm:t>
    </dgm:pt>
    <dgm:pt modelId="{E97AA09D-BD80-4FD8-A3F7-9E479C901361}" type="sibTrans" cxnId="{5018F385-7891-44E5-BBCF-2AD11BE51424}">
      <dgm:prSet/>
      <dgm:spPr/>
      <dgm:t>
        <a:bodyPr/>
        <a:lstStyle/>
        <a:p>
          <a:endParaRPr lang="en-US"/>
        </a:p>
      </dgm:t>
    </dgm:pt>
    <dgm:pt modelId="{E7976D8C-E80C-423C-ACD5-35C973C8D60C}">
      <dgm:prSet/>
      <dgm:spPr/>
      <dgm:t>
        <a:bodyPr/>
        <a:lstStyle/>
        <a:p>
          <a:r>
            <a:rPr lang="en-US"/>
            <a:t>Extend evaluation to additional low resource languages</a:t>
          </a:r>
        </a:p>
      </dgm:t>
    </dgm:pt>
    <dgm:pt modelId="{FE9BBB84-5E6D-47C9-8E17-7B341524813E}" type="parTrans" cxnId="{4BD427D4-7ECF-497A-AB7A-81F7AA75D05B}">
      <dgm:prSet/>
      <dgm:spPr/>
      <dgm:t>
        <a:bodyPr/>
        <a:lstStyle/>
        <a:p>
          <a:endParaRPr lang="en-US"/>
        </a:p>
      </dgm:t>
    </dgm:pt>
    <dgm:pt modelId="{59B74EF6-13C6-4802-B43A-BECF883DBAB9}" type="sibTrans" cxnId="{4BD427D4-7ECF-497A-AB7A-81F7AA75D05B}">
      <dgm:prSet/>
      <dgm:spPr/>
      <dgm:t>
        <a:bodyPr/>
        <a:lstStyle/>
        <a:p>
          <a:endParaRPr lang="en-US"/>
        </a:p>
      </dgm:t>
    </dgm:pt>
    <dgm:pt modelId="{00BB2B89-B244-4BCF-8279-8AB43DFBCBF3}">
      <dgm:prSet/>
      <dgm:spPr/>
      <dgm:t>
        <a:bodyPr/>
        <a:lstStyle/>
        <a:p>
          <a:r>
            <a:rPr lang="en-US"/>
            <a:t>Fine tuning might be needed for some low resource languages</a:t>
          </a:r>
        </a:p>
      </dgm:t>
    </dgm:pt>
    <dgm:pt modelId="{311529E2-0F21-4DC4-ADE4-B27FC22CB06F}" type="parTrans" cxnId="{4F115A72-8259-47AC-882C-7E58E530E425}">
      <dgm:prSet/>
      <dgm:spPr/>
      <dgm:t>
        <a:bodyPr/>
        <a:lstStyle/>
        <a:p>
          <a:endParaRPr lang="en-US"/>
        </a:p>
      </dgm:t>
    </dgm:pt>
    <dgm:pt modelId="{F97B27E4-1CE1-44C9-9B93-D974B52953E8}" type="sibTrans" cxnId="{4F115A72-8259-47AC-882C-7E58E530E425}">
      <dgm:prSet/>
      <dgm:spPr/>
      <dgm:t>
        <a:bodyPr/>
        <a:lstStyle/>
        <a:p>
          <a:endParaRPr lang="en-US"/>
        </a:p>
      </dgm:t>
    </dgm:pt>
    <dgm:pt modelId="{693BA6F4-4A59-404E-B36B-5AFEACC8DD2F}" type="pres">
      <dgm:prSet presAssocID="{D82AA530-61ED-4F6A-B610-BC10060952C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441CE80-C973-44AD-A662-C9A81AF764A2}" type="pres">
      <dgm:prSet presAssocID="{89A04CBA-D6F3-4035-B631-4588B89F7EDD}" presName="hierRoot1" presStyleCnt="0"/>
      <dgm:spPr/>
    </dgm:pt>
    <dgm:pt modelId="{858B177D-1FD1-4219-9AA8-9D72C0DCB4AD}" type="pres">
      <dgm:prSet presAssocID="{89A04CBA-D6F3-4035-B631-4588B89F7EDD}" presName="composite" presStyleCnt="0"/>
      <dgm:spPr/>
    </dgm:pt>
    <dgm:pt modelId="{7C0A0513-2BF6-43D0-8E02-CF6864316499}" type="pres">
      <dgm:prSet presAssocID="{89A04CBA-D6F3-4035-B631-4588B89F7EDD}" presName="background" presStyleLbl="node0" presStyleIdx="0" presStyleCnt="3"/>
      <dgm:spPr/>
    </dgm:pt>
    <dgm:pt modelId="{91D9BDB0-48EA-4C9D-A0A6-7A32BE190FE7}" type="pres">
      <dgm:prSet presAssocID="{89A04CBA-D6F3-4035-B631-4588B89F7EDD}" presName="text" presStyleLbl="fgAcc0" presStyleIdx="0" presStyleCnt="3">
        <dgm:presLayoutVars>
          <dgm:chPref val="3"/>
        </dgm:presLayoutVars>
      </dgm:prSet>
      <dgm:spPr/>
    </dgm:pt>
    <dgm:pt modelId="{05B18BB2-2C8B-414E-8331-35EDFF96D22D}" type="pres">
      <dgm:prSet presAssocID="{89A04CBA-D6F3-4035-B631-4588B89F7EDD}" presName="hierChild2" presStyleCnt="0"/>
      <dgm:spPr/>
    </dgm:pt>
    <dgm:pt modelId="{039EA640-835D-4A3A-8537-D2035ECBCD9F}" type="pres">
      <dgm:prSet presAssocID="{E7976D8C-E80C-423C-ACD5-35C973C8D60C}" presName="hierRoot1" presStyleCnt="0"/>
      <dgm:spPr/>
    </dgm:pt>
    <dgm:pt modelId="{96519B6F-37AC-4D23-917E-D925588D14B5}" type="pres">
      <dgm:prSet presAssocID="{E7976D8C-E80C-423C-ACD5-35C973C8D60C}" presName="composite" presStyleCnt="0"/>
      <dgm:spPr/>
    </dgm:pt>
    <dgm:pt modelId="{70AC10F4-DD2C-47F8-A5D3-16F30F213349}" type="pres">
      <dgm:prSet presAssocID="{E7976D8C-E80C-423C-ACD5-35C973C8D60C}" presName="background" presStyleLbl="node0" presStyleIdx="1" presStyleCnt="3"/>
      <dgm:spPr/>
    </dgm:pt>
    <dgm:pt modelId="{5E6AA257-6275-41BB-B5B9-1A859CACF31F}" type="pres">
      <dgm:prSet presAssocID="{E7976D8C-E80C-423C-ACD5-35C973C8D60C}" presName="text" presStyleLbl="fgAcc0" presStyleIdx="1" presStyleCnt="3">
        <dgm:presLayoutVars>
          <dgm:chPref val="3"/>
        </dgm:presLayoutVars>
      </dgm:prSet>
      <dgm:spPr/>
    </dgm:pt>
    <dgm:pt modelId="{709DD423-6E48-4530-8707-03E698C5515F}" type="pres">
      <dgm:prSet presAssocID="{E7976D8C-E80C-423C-ACD5-35C973C8D60C}" presName="hierChild2" presStyleCnt="0"/>
      <dgm:spPr/>
    </dgm:pt>
    <dgm:pt modelId="{AC856FD3-8618-4B40-8951-DD56786C6458}" type="pres">
      <dgm:prSet presAssocID="{00BB2B89-B244-4BCF-8279-8AB43DFBCBF3}" presName="hierRoot1" presStyleCnt="0"/>
      <dgm:spPr/>
    </dgm:pt>
    <dgm:pt modelId="{8FF8FF54-6731-49B8-80D4-B8A5DD81238E}" type="pres">
      <dgm:prSet presAssocID="{00BB2B89-B244-4BCF-8279-8AB43DFBCBF3}" presName="composite" presStyleCnt="0"/>
      <dgm:spPr/>
    </dgm:pt>
    <dgm:pt modelId="{AD810A39-DF67-493D-A007-4FEC18E88031}" type="pres">
      <dgm:prSet presAssocID="{00BB2B89-B244-4BCF-8279-8AB43DFBCBF3}" presName="background" presStyleLbl="node0" presStyleIdx="2" presStyleCnt="3"/>
      <dgm:spPr/>
    </dgm:pt>
    <dgm:pt modelId="{C74D4D84-EBFA-4977-A2BC-D8CCF417960C}" type="pres">
      <dgm:prSet presAssocID="{00BB2B89-B244-4BCF-8279-8AB43DFBCBF3}" presName="text" presStyleLbl="fgAcc0" presStyleIdx="2" presStyleCnt="3">
        <dgm:presLayoutVars>
          <dgm:chPref val="3"/>
        </dgm:presLayoutVars>
      </dgm:prSet>
      <dgm:spPr/>
    </dgm:pt>
    <dgm:pt modelId="{F5386B37-8F95-4BA8-AA61-8F6498AFCE71}" type="pres">
      <dgm:prSet presAssocID="{00BB2B89-B244-4BCF-8279-8AB43DFBCBF3}" presName="hierChild2" presStyleCnt="0"/>
      <dgm:spPr/>
    </dgm:pt>
  </dgm:ptLst>
  <dgm:cxnLst>
    <dgm:cxn modelId="{1A93B82D-CC4E-416A-98EE-7A538DF05E6C}" type="presOf" srcId="{89A04CBA-D6F3-4035-B631-4588B89F7EDD}" destId="{91D9BDB0-48EA-4C9D-A0A6-7A32BE190FE7}" srcOrd="0" destOrd="0" presId="urn:microsoft.com/office/officeart/2005/8/layout/hierarchy1"/>
    <dgm:cxn modelId="{4F115A72-8259-47AC-882C-7E58E530E425}" srcId="{D82AA530-61ED-4F6A-B610-BC10060952CB}" destId="{00BB2B89-B244-4BCF-8279-8AB43DFBCBF3}" srcOrd="2" destOrd="0" parTransId="{311529E2-0F21-4DC4-ADE4-B27FC22CB06F}" sibTransId="{F97B27E4-1CE1-44C9-9B93-D974B52953E8}"/>
    <dgm:cxn modelId="{EB64FC55-938C-40E5-B31F-8792A35C9958}" type="presOf" srcId="{00BB2B89-B244-4BCF-8279-8AB43DFBCBF3}" destId="{C74D4D84-EBFA-4977-A2BC-D8CCF417960C}" srcOrd="0" destOrd="0" presId="urn:microsoft.com/office/officeart/2005/8/layout/hierarchy1"/>
    <dgm:cxn modelId="{5018F385-7891-44E5-BBCF-2AD11BE51424}" srcId="{D82AA530-61ED-4F6A-B610-BC10060952CB}" destId="{89A04CBA-D6F3-4035-B631-4588B89F7EDD}" srcOrd="0" destOrd="0" parTransId="{1C982A2D-1956-4D18-93F4-757FCACD16B5}" sibTransId="{E97AA09D-BD80-4FD8-A3F7-9E479C901361}"/>
    <dgm:cxn modelId="{1F657D8E-465F-4E4E-BC18-8EF33EDB2809}" type="presOf" srcId="{E7976D8C-E80C-423C-ACD5-35C973C8D60C}" destId="{5E6AA257-6275-41BB-B5B9-1A859CACF31F}" srcOrd="0" destOrd="0" presId="urn:microsoft.com/office/officeart/2005/8/layout/hierarchy1"/>
    <dgm:cxn modelId="{ABB40E98-769E-4B03-A45E-1E7DD377C821}" type="presOf" srcId="{D82AA530-61ED-4F6A-B610-BC10060952CB}" destId="{693BA6F4-4A59-404E-B36B-5AFEACC8DD2F}" srcOrd="0" destOrd="0" presId="urn:microsoft.com/office/officeart/2005/8/layout/hierarchy1"/>
    <dgm:cxn modelId="{4BD427D4-7ECF-497A-AB7A-81F7AA75D05B}" srcId="{D82AA530-61ED-4F6A-B610-BC10060952CB}" destId="{E7976D8C-E80C-423C-ACD5-35C973C8D60C}" srcOrd="1" destOrd="0" parTransId="{FE9BBB84-5E6D-47C9-8E17-7B341524813E}" sibTransId="{59B74EF6-13C6-4802-B43A-BECF883DBAB9}"/>
    <dgm:cxn modelId="{7E6DEC3D-5F61-4BFD-8903-2DF8A17D63AC}" type="presParOf" srcId="{693BA6F4-4A59-404E-B36B-5AFEACC8DD2F}" destId="{C441CE80-C973-44AD-A662-C9A81AF764A2}" srcOrd="0" destOrd="0" presId="urn:microsoft.com/office/officeart/2005/8/layout/hierarchy1"/>
    <dgm:cxn modelId="{A06E6D19-F840-45A3-ACB6-EBF2A7C1B41E}" type="presParOf" srcId="{C441CE80-C973-44AD-A662-C9A81AF764A2}" destId="{858B177D-1FD1-4219-9AA8-9D72C0DCB4AD}" srcOrd="0" destOrd="0" presId="urn:microsoft.com/office/officeart/2005/8/layout/hierarchy1"/>
    <dgm:cxn modelId="{B4B11895-B92C-4023-BE58-FCF1AEF6E574}" type="presParOf" srcId="{858B177D-1FD1-4219-9AA8-9D72C0DCB4AD}" destId="{7C0A0513-2BF6-43D0-8E02-CF6864316499}" srcOrd="0" destOrd="0" presId="urn:microsoft.com/office/officeart/2005/8/layout/hierarchy1"/>
    <dgm:cxn modelId="{6F225715-4D64-4547-8940-925249E181BD}" type="presParOf" srcId="{858B177D-1FD1-4219-9AA8-9D72C0DCB4AD}" destId="{91D9BDB0-48EA-4C9D-A0A6-7A32BE190FE7}" srcOrd="1" destOrd="0" presId="urn:microsoft.com/office/officeart/2005/8/layout/hierarchy1"/>
    <dgm:cxn modelId="{D8942D3F-E1F1-4A91-8A51-9F7EE15B10E7}" type="presParOf" srcId="{C441CE80-C973-44AD-A662-C9A81AF764A2}" destId="{05B18BB2-2C8B-414E-8331-35EDFF96D22D}" srcOrd="1" destOrd="0" presId="urn:microsoft.com/office/officeart/2005/8/layout/hierarchy1"/>
    <dgm:cxn modelId="{18D20A8B-16B9-48BA-BD77-D32C00FDB660}" type="presParOf" srcId="{693BA6F4-4A59-404E-B36B-5AFEACC8DD2F}" destId="{039EA640-835D-4A3A-8537-D2035ECBCD9F}" srcOrd="1" destOrd="0" presId="urn:microsoft.com/office/officeart/2005/8/layout/hierarchy1"/>
    <dgm:cxn modelId="{960DCE05-7D7E-4625-B937-9B55AD3A69F9}" type="presParOf" srcId="{039EA640-835D-4A3A-8537-D2035ECBCD9F}" destId="{96519B6F-37AC-4D23-917E-D925588D14B5}" srcOrd="0" destOrd="0" presId="urn:microsoft.com/office/officeart/2005/8/layout/hierarchy1"/>
    <dgm:cxn modelId="{9349726F-1144-45CE-89E1-7E4C12D5BEB3}" type="presParOf" srcId="{96519B6F-37AC-4D23-917E-D925588D14B5}" destId="{70AC10F4-DD2C-47F8-A5D3-16F30F213349}" srcOrd="0" destOrd="0" presId="urn:microsoft.com/office/officeart/2005/8/layout/hierarchy1"/>
    <dgm:cxn modelId="{B3FF93DB-0C2F-421F-A4D0-592AD20D83B9}" type="presParOf" srcId="{96519B6F-37AC-4D23-917E-D925588D14B5}" destId="{5E6AA257-6275-41BB-B5B9-1A859CACF31F}" srcOrd="1" destOrd="0" presId="urn:microsoft.com/office/officeart/2005/8/layout/hierarchy1"/>
    <dgm:cxn modelId="{ED5F05F9-81CE-4FAD-A899-7BD7A704C4B6}" type="presParOf" srcId="{039EA640-835D-4A3A-8537-D2035ECBCD9F}" destId="{709DD423-6E48-4530-8707-03E698C5515F}" srcOrd="1" destOrd="0" presId="urn:microsoft.com/office/officeart/2005/8/layout/hierarchy1"/>
    <dgm:cxn modelId="{511B25E8-7759-446F-8AD7-FC1E18B615DB}" type="presParOf" srcId="{693BA6F4-4A59-404E-B36B-5AFEACC8DD2F}" destId="{AC856FD3-8618-4B40-8951-DD56786C6458}" srcOrd="2" destOrd="0" presId="urn:microsoft.com/office/officeart/2005/8/layout/hierarchy1"/>
    <dgm:cxn modelId="{B72B0C1A-6D3F-47B2-B6F4-CC6ACA8AA514}" type="presParOf" srcId="{AC856FD3-8618-4B40-8951-DD56786C6458}" destId="{8FF8FF54-6731-49B8-80D4-B8A5DD81238E}" srcOrd="0" destOrd="0" presId="urn:microsoft.com/office/officeart/2005/8/layout/hierarchy1"/>
    <dgm:cxn modelId="{A3BD184F-6FBC-48D1-AA1D-C534EC201052}" type="presParOf" srcId="{8FF8FF54-6731-49B8-80D4-B8A5DD81238E}" destId="{AD810A39-DF67-493D-A007-4FEC18E88031}" srcOrd="0" destOrd="0" presId="urn:microsoft.com/office/officeart/2005/8/layout/hierarchy1"/>
    <dgm:cxn modelId="{71FB5D7E-0EE0-44F4-BCE9-3252796943E3}" type="presParOf" srcId="{8FF8FF54-6731-49B8-80D4-B8A5DD81238E}" destId="{C74D4D84-EBFA-4977-A2BC-D8CCF417960C}" srcOrd="1" destOrd="0" presId="urn:microsoft.com/office/officeart/2005/8/layout/hierarchy1"/>
    <dgm:cxn modelId="{83138D4D-8B7B-42B8-803D-E117CA35C2E9}" type="presParOf" srcId="{AC856FD3-8618-4B40-8951-DD56786C6458}" destId="{F5386B37-8F95-4BA8-AA61-8F6498AFCE7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197B2BE-16FE-42F6-89E1-986582B399D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C731E79-A06D-4136-A54F-A69FBC8D4E84}">
      <dgm:prSet/>
      <dgm:spPr/>
      <dgm:t>
        <a:bodyPr/>
        <a:lstStyle/>
        <a:p>
          <a:r>
            <a:rPr lang="en-US" b="1"/>
            <a:t>Mesi pou atensyon nou!</a:t>
          </a:r>
          <a:endParaRPr lang="en-US"/>
        </a:p>
      </dgm:t>
    </dgm:pt>
    <dgm:pt modelId="{DB59BEE5-95F0-4FD2-9520-4B8E2DE457D9}" type="parTrans" cxnId="{1E6ECE96-A6CC-46B8-8BE9-9D9FDC08E02C}">
      <dgm:prSet/>
      <dgm:spPr/>
      <dgm:t>
        <a:bodyPr/>
        <a:lstStyle/>
        <a:p>
          <a:endParaRPr lang="en-US"/>
        </a:p>
      </dgm:t>
    </dgm:pt>
    <dgm:pt modelId="{6A568A7C-85DD-43E5-BB42-3F42F7B59A4E}" type="sibTrans" cxnId="{1E6ECE96-A6CC-46B8-8BE9-9D9FDC08E02C}">
      <dgm:prSet/>
      <dgm:spPr/>
      <dgm:t>
        <a:bodyPr/>
        <a:lstStyle/>
        <a:p>
          <a:endParaRPr lang="en-US"/>
        </a:p>
      </dgm:t>
    </dgm:pt>
    <dgm:pt modelId="{03D6075F-ED7F-4416-83E1-2C07B0A8E678}">
      <dgm:prSet/>
      <dgm:spPr/>
      <dgm:t>
        <a:bodyPr/>
        <a:lstStyle/>
        <a:p>
          <a:r>
            <a:rPr lang="en-US" b="1"/>
            <a:t>Thank you for your attention!</a:t>
          </a:r>
          <a:endParaRPr lang="en-US"/>
        </a:p>
      </dgm:t>
    </dgm:pt>
    <dgm:pt modelId="{31F68EDB-8FB0-4BBB-854A-71B3F42221A4}" type="parTrans" cxnId="{605FCD8F-C17B-4891-BABF-975C81AFC383}">
      <dgm:prSet/>
      <dgm:spPr/>
      <dgm:t>
        <a:bodyPr/>
        <a:lstStyle/>
        <a:p>
          <a:endParaRPr lang="en-US"/>
        </a:p>
      </dgm:t>
    </dgm:pt>
    <dgm:pt modelId="{0AC31335-B6B8-48A9-9AB2-BB880C2014CC}" type="sibTrans" cxnId="{605FCD8F-C17B-4891-BABF-975C81AFC383}">
      <dgm:prSet/>
      <dgm:spPr/>
      <dgm:t>
        <a:bodyPr/>
        <a:lstStyle/>
        <a:p>
          <a:endParaRPr lang="en-US"/>
        </a:p>
      </dgm:t>
    </dgm:pt>
    <dgm:pt modelId="{8790B849-3084-41E9-9843-D9AE561893D0}" type="pres">
      <dgm:prSet presAssocID="{E197B2BE-16FE-42F6-89E1-986582B399D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F6F22A8-4F09-4B04-9810-17F0C9F9ADBD}" type="pres">
      <dgm:prSet presAssocID="{0C731E79-A06D-4136-A54F-A69FBC8D4E84}" presName="hierRoot1" presStyleCnt="0"/>
      <dgm:spPr/>
    </dgm:pt>
    <dgm:pt modelId="{AC4F4057-ECA3-4857-B99F-95FB4F1F7C1B}" type="pres">
      <dgm:prSet presAssocID="{0C731E79-A06D-4136-A54F-A69FBC8D4E84}" presName="composite" presStyleCnt="0"/>
      <dgm:spPr/>
    </dgm:pt>
    <dgm:pt modelId="{7ABADE47-56C5-44A0-B3FA-1465031CFC7D}" type="pres">
      <dgm:prSet presAssocID="{0C731E79-A06D-4136-A54F-A69FBC8D4E84}" presName="background" presStyleLbl="node0" presStyleIdx="0" presStyleCnt="2"/>
      <dgm:spPr/>
    </dgm:pt>
    <dgm:pt modelId="{C10803BB-CFAC-4574-ADA2-59B119F4B4F7}" type="pres">
      <dgm:prSet presAssocID="{0C731E79-A06D-4136-A54F-A69FBC8D4E84}" presName="text" presStyleLbl="fgAcc0" presStyleIdx="0" presStyleCnt="2">
        <dgm:presLayoutVars>
          <dgm:chPref val="3"/>
        </dgm:presLayoutVars>
      </dgm:prSet>
      <dgm:spPr/>
    </dgm:pt>
    <dgm:pt modelId="{1591D6A7-13E0-4C3C-98C8-133F8327B9DC}" type="pres">
      <dgm:prSet presAssocID="{0C731E79-A06D-4136-A54F-A69FBC8D4E84}" presName="hierChild2" presStyleCnt="0"/>
      <dgm:spPr/>
    </dgm:pt>
    <dgm:pt modelId="{5EFCFB57-A9DE-45A4-B175-14FF152B2056}" type="pres">
      <dgm:prSet presAssocID="{03D6075F-ED7F-4416-83E1-2C07B0A8E678}" presName="hierRoot1" presStyleCnt="0"/>
      <dgm:spPr/>
    </dgm:pt>
    <dgm:pt modelId="{D2935221-88EF-4BD1-ABAC-3B86BAFF21C8}" type="pres">
      <dgm:prSet presAssocID="{03D6075F-ED7F-4416-83E1-2C07B0A8E678}" presName="composite" presStyleCnt="0"/>
      <dgm:spPr/>
    </dgm:pt>
    <dgm:pt modelId="{1472B8AE-25D9-466B-AB44-D53FB836D705}" type="pres">
      <dgm:prSet presAssocID="{03D6075F-ED7F-4416-83E1-2C07B0A8E678}" presName="background" presStyleLbl="node0" presStyleIdx="1" presStyleCnt="2"/>
      <dgm:spPr/>
    </dgm:pt>
    <dgm:pt modelId="{FC701AB1-C2EB-4574-B9B6-75E72660387B}" type="pres">
      <dgm:prSet presAssocID="{03D6075F-ED7F-4416-83E1-2C07B0A8E678}" presName="text" presStyleLbl="fgAcc0" presStyleIdx="1" presStyleCnt="2">
        <dgm:presLayoutVars>
          <dgm:chPref val="3"/>
        </dgm:presLayoutVars>
      </dgm:prSet>
      <dgm:spPr/>
    </dgm:pt>
    <dgm:pt modelId="{BAB4DCD1-CAB7-4D65-97D6-1BEDF4E7435E}" type="pres">
      <dgm:prSet presAssocID="{03D6075F-ED7F-4416-83E1-2C07B0A8E678}" presName="hierChild2" presStyleCnt="0"/>
      <dgm:spPr/>
    </dgm:pt>
  </dgm:ptLst>
  <dgm:cxnLst>
    <dgm:cxn modelId="{09AB0927-EFF2-423B-BCD0-C3165257D731}" type="presOf" srcId="{0C731E79-A06D-4136-A54F-A69FBC8D4E84}" destId="{C10803BB-CFAC-4574-ADA2-59B119F4B4F7}" srcOrd="0" destOrd="0" presId="urn:microsoft.com/office/officeart/2005/8/layout/hierarchy1"/>
    <dgm:cxn modelId="{B539A960-C97A-48A0-A522-7BF74F211263}" type="presOf" srcId="{E197B2BE-16FE-42F6-89E1-986582B399DA}" destId="{8790B849-3084-41E9-9843-D9AE561893D0}" srcOrd="0" destOrd="0" presId="urn:microsoft.com/office/officeart/2005/8/layout/hierarchy1"/>
    <dgm:cxn modelId="{605FCD8F-C17B-4891-BABF-975C81AFC383}" srcId="{E197B2BE-16FE-42F6-89E1-986582B399DA}" destId="{03D6075F-ED7F-4416-83E1-2C07B0A8E678}" srcOrd="1" destOrd="0" parTransId="{31F68EDB-8FB0-4BBB-854A-71B3F42221A4}" sibTransId="{0AC31335-B6B8-48A9-9AB2-BB880C2014CC}"/>
    <dgm:cxn modelId="{1E6ECE96-A6CC-46B8-8BE9-9D9FDC08E02C}" srcId="{E197B2BE-16FE-42F6-89E1-986582B399DA}" destId="{0C731E79-A06D-4136-A54F-A69FBC8D4E84}" srcOrd="0" destOrd="0" parTransId="{DB59BEE5-95F0-4FD2-9520-4B8E2DE457D9}" sibTransId="{6A568A7C-85DD-43E5-BB42-3F42F7B59A4E}"/>
    <dgm:cxn modelId="{47EC0CA1-A9C0-445F-81C4-FA812139CAC6}" type="presOf" srcId="{03D6075F-ED7F-4416-83E1-2C07B0A8E678}" destId="{FC701AB1-C2EB-4574-B9B6-75E72660387B}" srcOrd="0" destOrd="0" presId="urn:microsoft.com/office/officeart/2005/8/layout/hierarchy1"/>
    <dgm:cxn modelId="{63B1A8EA-5A4E-4292-A389-823B52360849}" type="presParOf" srcId="{8790B849-3084-41E9-9843-D9AE561893D0}" destId="{AF6F22A8-4F09-4B04-9810-17F0C9F9ADBD}" srcOrd="0" destOrd="0" presId="urn:microsoft.com/office/officeart/2005/8/layout/hierarchy1"/>
    <dgm:cxn modelId="{4E123E09-E3E6-4ACC-ADF0-E771A47E3DEC}" type="presParOf" srcId="{AF6F22A8-4F09-4B04-9810-17F0C9F9ADBD}" destId="{AC4F4057-ECA3-4857-B99F-95FB4F1F7C1B}" srcOrd="0" destOrd="0" presId="urn:microsoft.com/office/officeart/2005/8/layout/hierarchy1"/>
    <dgm:cxn modelId="{F30ECEB3-4CC3-413A-8458-F733F46E5A91}" type="presParOf" srcId="{AC4F4057-ECA3-4857-B99F-95FB4F1F7C1B}" destId="{7ABADE47-56C5-44A0-B3FA-1465031CFC7D}" srcOrd="0" destOrd="0" presId="urn:microsoft.com/office/officeart/2005/8/layout/hierarchy1"/>
    <dgm:cxn modelId="{106C3D1B-D00C-449B-A0D6-F9712AD7AD65}" type="presParOf" srcId="{AC4F4057-ECA3-4857-B99F-95FB4F1F7C1B}" destId="{C10803BB-CFAC-4574-ADA2-59B119F4B4F7}" srcOrd="1" destOrd="0" presId="urn:microsoft.com/office/officeart/2005/8/layout/hierarchy1"/>
    <dgm:cxn modelId="{D338962F-5FE2-4EAE-88BC-F88F162F6321}" type="presParOf" srcId="{AF6F22A8-4F09-4B04-9810-17F0C9F9ADBD}" destId="{1591D6A7-13E0-4C3C-98C8-133F8327B9DC}" srcOrd="1" destOrd="0" presId="urn:microsoft.com/office/officeart/2005/8/layout/hierarchy1"/>
    <dgm:cxn modelId="{618FF891-498F-4C4D-9E00-F3D8BB411F02}" type="presParOf" srcId="{8790B849-3084-41E9-9843-D9AE561893D0}" destId="{5EFCFB57-A9DE-45A4-B175-14FF152B2056}" srcOrd="1" destOrd="0" presId="urn:microsoft.com/office/officeart/2005/8/layout/hierarchy1"/>
    <dgm:cxn modelId="{E856161A-6058-4E8F-A8F5-C1F8F97D942A}" type="presParOf" srcId="{5EFCFB57-A9DE-45A4-B175-14FF152B2056}" destId="{D2935221-88EF-4BD1-ABAC-3B86BAFF21C8}" srcOrd="0" destOrd="0" presId="urn:microsoft.com/office/officeart/2005/8/layout/hierarchy1"/>
    <dgm:cxn modelId="{029B2347-AC91-4F62-BA27-CD029D6A7CC1}" type="presParOf" srcId="{D2935221-88EF-4BD1-ABAC-3B86BAFF21C8}" destId="{1472B8AE-25D9-466B-AB44-D53FB836D705}" srcOrd="0" destOrd="0" presId="urn:microsoft.com/office/officeart/2005/8/layout/hierarchy1"/>
    <dgm:cxn modelId="{D2568A00-520C-42A8-BC51-0BDA1E04E315}" type="presParOf" srcId="{D2935221-88EF-4BD1-ABAC-3B86BAFF21C8}" destId="{FC701AB1-C2EB-4574-B9B6-75E72660387B}" srcOrd="1" destOrd="0" presId="urn:microsoft.com/office/officeart/2005/8/layout/hierarchy1"/>
    <dgm:cxn modelId="{37844FAC-B08D-488D-B6EE-C66BF52EDEFC}" type="presParOf" srcId="{5EFCFB57-A9DE-45A4-B175-14FF152B2056}" destId="{BAB4DCD1-CAB7-4D65-97D6-1BEDF4E7435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AB1224-0D75-49F6-9B4C-9D70176344FB}">
      <dsp:nvSpPr>
        <dsp:cNvPr id="0" name=""/>
        <dsp:cNvSpPr/>
      </dsp:nvSpPr>
      <dsp:spPr>
        <a:xfrm>
          <a:off x="5507454" y="1557153"/>
          <a:ext cx="1497423" cy="7126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5641"/>
              </a:lnTo>
              <a:lnTo>
                <a:pt x="1497423" y="485641"/>
              </a:lnTo>
              <a:lnTo>
                <a:pt x="1497423" y="71263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2D1293-D6AB-45FB-8E3A-32439E65CB0B}">
      <dsp:nvSpPr>
        <dsp:cNvPr id="0" name=""/>
        <dsp:cNvSpPr/>
      </dsp:nvSpPr>
      <dsp:spPr>
        <a:xfrm>
          <a:off x="4010030" y="1557153"/>
          <a:ext cx="1497423" cy="712637"/>
        </a:xfrm>
        <a:custGeom>
          <a:avLst/>
          <a:gdLst/>
          <a:ahLst/>
          <a:cxnLst/>
          <a:rect l="0" t="0" r="0" b="0"/>
          <a:pathLst>
            <a:path>
              <a:moveTo>
                <a:pt x="1497423" y="0"/>
              </a:moveTo>
              <a:lnTo>
                <a:pt x="1497423" y="485641"/>
              </a:lnTo>
              <a:lnTo>
                <a:pt x="0" y="485641"/>
              </a:lnTo>
              <a:lnTo>
                <a:pt x="0" y="71263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DBD804-C6B6-464A-8D3C-93A1750DAED4}">
      <dsp:nvSpPr>
        <dsp:cNvPr id="0" name=""/>
        <dsp:cNvSpPr/>
      </dsp:nvSpPr>
      <dsp:spPr>
        <a:xfrm>
          <a:off x="1287442" y="1194"/>
          <a:ext cx="2450329" cy="15559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476406-A3B6-4394-8C2D-63A894CD164C}">
      <dsp:nvSpPr>
        <dsp:cNvPr id="0" name=""/>
        <dsp:cNvSpPr/>
      </dsp:nvSpPr>
      <dsp:spPr>
        <a:xfrm>
          <a:off x="1559701" y="259839"/>
          <a:ext cx="2450329" cy="15559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 baseline="0"/>
            <a:t>As LLM-generated text becomes increasingly human-like, distinguishing it from human writing is critical.</a:t>
          </a:r>
          <a:endParaRPr lang="en-US" sz="1600" kern="1200"/>
        </a:p>
      </dsp:txBody>
      <dsp:txXfrm>
        <a:off x="1605273" y="305411"/>
        <a:ext cx="2359185" cy="1464815"/>
      </dsp:txXfrm>
    </dsp:sp>
    <dsp:sp modelId="{F22D9291-D4F0-4CC8-A226-B3A5E16145C0}">
      <dsp:nvSpPr>
        <dsp:cNvPr id="0" name=""/>
        <dsp:cNvSpPr/>
      </dsp:nvSpPr>
      <dsp:spPr>
        <a:xfrm>
          <a:off x="4282289" y="1194"/>
          <a:ext cx="2450329" cy="15559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A2259F-6D24-4A8D-8692-D52F2AC1D65C}">
      <dsp:nvSpPr>
        <dsp:cNvPr id="0" name=""/>
        <dsp:cNvSpPr/>
      </dsp:nvSpPr>
      <dsp:spPr>
        <a:xfrm>
          <a:off x="4554548" y="259839"/>
          <a:ext cx="2450329" cy="15559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 baseline="0" dirty="0"/>
            <a:t>Existing detectors</a:t>
          </a:r>
          <a:endParaRPr lang="en-US" sz="1600" kern="1200" dirty="0"/>
        </a:p>
      </dsp:txBody>
      <dsp:txXfrm>
        <a:off x="4600120" y="305411"/>
        <a:ext cx="2359185" cy="1464815"/>
      </dsp:txXfrm>
    </dsp:sp>
    <dsp:sp modelId="{9336CE80-B94F-4D0B-B5B7-EE7862D1AF21}">
      <dsp:nvSpPr>
        <dsp:cNvPr id="0" name=""/>
        <dsp:cNvSpPr/>
      </dsp:nvSpPr>
      <dsp:spPr>
        <a:xfrm>
          <a:off x="2784866" y="2269790"/>
          <a:ext cx="2450329" cy="15559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CDE5D1-CC0E-49AB-B98E-A31C388D4F26}">
      <dsp:nvSpPr>
        <dsp:cNvPr id="0" name=""/>
        <dsp:cNvSpPr/>
      </dsp:nvSpPr>
      <dsp:spPr>
        <a:xfrm>
          <a:off x="3057125" y="2528436"/>
          <a:ext cx="2450329" cy="15559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 baseline="0" dirty="0"/>
            <a:t>Require model-specific training data or access to the generator,</a:t>
          </a:r>
          <a:endParaRPr lang="en-US" sz="1600" kern="1200" dirty="0"/>
        </a:p>
      </dsp:txBody>
      <dsp:txXfrm>
        <a:off x="3102697" y="2574008"/>
        <a:ext cx="2359185" cy="1464815"/>
      </dsp:txXfrm>
    </dsp:sp>
    <dsp:sp modelId="{86BB082F-9AF2-4DBA-ACB3-87823268BC71}">
      <dsp:nvSpPr>
        <dsp:cNvPr id="0" name=""/>
        <dsp:cNvSpPr/>
      </dsp:nvSpPr>
      <dsp:spPr>
        <a:xfrm>
          <a:off x="5779713" y="2269790"/>
          <a:ext cx="2450329" cy="15559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ECC2D6-4122-4C1C-A304-7FB7237718FA}">
      <dsp:nvSpPr>
        <dsp:cNvPr id="0" name=""/>
        <dsp:cNvSpPr/>
      </dsp:nvSpPr>
      <dsp:spPr>
        <a:xfrm>
          <a:off x="6051972" y="2528436"/>
          <a:ext cx="2450329" cy="15559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 baseline="0" dirty="0"/>
            <a:t>Struggle to generalize across domains, models, and languages.</a:t>
          </a:r>
          <a:endParaRPr lang="en-US" sz="1600" kern="1200" dirty="0"/>
        </a:p>
      </dsp:txBody>
      <dsp:txXfrm>
        <a:off x="6097544" y="2574008"/>
        <a:ext cx="2359185" cy="1464815"/>
      </dsp:txXfrm>
    </dsp:sp>
    <dsp:sp modelId="{9975A772-A46D-414A-B96E-A0D3FE9D074D}">
      <dsp:nvSpPr>
        <dsp:cNvPr id="0" name=""/>
        <dsp:cNvSpPr/>
      </dsp:nvSpPr>
      <dsp:spPr>
        <a:xfrm>
          <a:off x="7277137" y="1194"/>
          <a:ext cx="2450329" cy="15559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3D7360-629F-423F-8F8A-888D8E04488A}">
      <dsp:nvSpPr>
        <dsp:cNvPr id="0" name=""/>
        <dsp:cNvSpPr/>
      </dsp:nvSpPr>
      <dsp:spPr>
        <a:xfrm>
          <a:off x="7549395" y="259839"/>
          <a:ext cx="2450329" cy="15559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 baseline="0" dirty="0"/>
            <a:t>Binoculars (Hans et al., 2024) proposes a zero-shot, training-free detection method using two related LLMs.</a:t>
          </a:r>
          <a:endParaRPr lang="en-US" sz="1600" kern="1200" dirty="0"/>
        </a:p>
      </dsp:txBody>
      <dsp:txXfrm>
        <a:off x="7594967" y="305411"/>
        <a:ext cx="2359185" cy="14648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8CB50A-F4F9-45D3-A034-3E48E16AE757}">
      <dsp:nvSpPr>
        <dsp:cNvPr id="0" name=""/>
        <dsp:cNvSpPr/>
      </dsp:nvSpPr>
      <dsp:spPr>
        <a:xfrm>
          <a:off x="751385" y="761856"/>
          <a:ext cx="800296" cy="8002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C5531A-5162-4C0C-BD2D-EF7EBB374028}">
      <dsp:nvSpPr>
        <dsp:cNvPr id="0" name=""/>
        <dsp:cNvSpPr/>
      </dsp:nvSpPr>
      <dsp:spPr>
        <a:xfrm>
          <a:off x="8252" y="1655319"/>
          <a:ext cx="2286562" cy="385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i="0" kern="1200" baseline="0"/>
            <a:t>Current AI-text detectors are unreliable and biased</a:t>
          </a:r>
          <a:endParaRPr lang="en-US" sz="1400" kern="1200"/>
        </a:p>
      </dsp:txBody>
      <dsp:txXfrm>
        <a:off x="8252" y="1655319"/>
        <a:ext cx="2286562" cy="385857"/>
      </dsp:txXfrm>
    </dsp:sp>
    <dsp:sp modelId="{AF8BFD97-054B-4A4F-8837-0A353AC37AAE}">
      <dsp:nvSpPr>
        <dsp:cNvPr id="0" name=""/>
        <dsp:cNvSpPr/>
      </dsp:nvSpPr>
      <dsp:spPr>
        <a:xfrm>
          <a:off x="8252" y="2084509"/>
          <a:ext cx="2286562" cy="843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0" kern="1200" baseline="0"/>
            <a:t>Often </a:t>
          </a:r>
          <a:r>
            <a:rPr lang="en-US" sz="1100" i="1" kern="1200" baseline="0"/>
            <a:t>misclassify non-native English writing as AI-generated</a:t>
          </a:r>
          <a:endParaRPr lang="en-US" sz="1100" kern="1200"/>
        </a:p>
      </dsp:txBody>
      <dsp:txXfrm>
        <a:off x="8252" y="2084509"/>
        <a:ext cx="2286562" cy="843990"/>
      </dsp:txXfrm>
    </dsp:sp>
    <dsp:sp modelId="{FEA65CE1-434E-4678-9FC7-04C497C5D7F4}">
      <dsp:nvSpPr>
        <dsp:cNvPr id="0" name=""/>
        <dsp:cNvSpPr/>
      </dsp:nvSpPr>
      <dsp:spPr>
        <a:xfrm>
          <a:off x="3438096" y="761856"/>
          <a:ext cx="800296" cy="8002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417912-C02B-4EE2-989A-2162BAC482A5}">
      <dsp:nvSpPr>
        <dsp:cNvPr id="0" name=""/>
        <dsp:cNvSpPr/>
      </dsp:nvSpPr>
      <dsp:spPr>
        <a:xfrm>
          <a:off x="2694963" y="1655319"/>
          <a:ext cx="2286562" cy="385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i="0" kern="1200" baseline="0"/>
            <a:t>Most detectors require supervised training</a:t>
          </a:r>
          <a:endParaRPr lang="en-US" sz="1400" kern="1200"/>
        </a:p>
      </dsp:txBody>
      <dsp:txXfrm>
        <a:off x="2694963" y="1655319"/>
        <a:ext cx="2286562" cy="385857"/>
      </dsp:txXfrm>
    </dsp:sp>
    <dsp:sp modelId="{0577661E-C08A-45D4-BC42-FC6B6A78528E}">
      <dsp:nvSpPr>
        <dsp:cNvPr id="0" name=""/>
        <dsp:cNvSpPr/>
      </dsp:nvSpPr>
      <dsp:spPr>
        <a:xfrm>
          <a:off x="2694963" y="2084509"/>
          <a:ext cx="2286562" cy="843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0" kern="1200" baseline="0" dirty="0"/>
            <a:t>Depend heavily on examples from </a:t>
          </a:r>
          <a:r>
            <a:rPr lang="en-US" sz="1100" i="1" kern="1200" baseline="0" dirty="0"/>
            <a:t>specific models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0" kern="1200" baseline="0"/>
            <a:t>Need retraining when new generators appear thus offer </a:t>
          </a:r>
          <a:r>
            <a:rPr lang="en-US" sz="1100" i="1" kern="1200" baseline="0"/>
            <a:t>poor generalization</a:t>
          </a:r>
          <a:endParaRPr lang="en-US" sz="1100" kern="1200"/>
        </a:p>
      </dsp:txBody>
      <dsp:txXfrm>
        <a:off x="2694963" y="2084509"/>
        <a:ext cx="2286562" cy="843990"/>
      </dsp:txXfrm>
    </dsp:sp>
    <dsp:sp modelId="{D1E9C6EB-8C86-47F4-9A6D-A48C87F3C527}">
      <dsp:nvSpPr>
        <dsp:cNvPr id="0" name=""/>
        <dsp:cNvSpPr/>
      </dsp:nvSpPr>
      <dsp:spPr>
        <a:xfrm>
          <a:off x="6124807" y="761856"/>
          <a:ext cx="800296" cy="8002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488B1B-E1DF-4CF0-8C4A-D63274D7DBD5}">
      <dsp:nvSpPr>
        <dsp:cNvPr id="0" name=""/>
        <dsp:cNvSpPr/>
      </dsp:nvSpPr>
      <dsp:spPr>
        <a:xfrm>
          <a:off x="5381674" y="1655319"/>
          <a:ext cx="2286562" cy="385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i="0" kern="1200" baseline="0"/>
            <a:t>Black-box or inaccessible models </a:t>
          </a:r>
          <a:endParaRPr lang="en-US" sz="1400" kern="1200"/>
        </a:p>
      </dsp:txBody>
      <dsp:txXfrm>
        <a:off x="5381674" y="1655319"/>
        <a:ext cx="2286562" cy="385857"/>
      </dsp:txXfrm>
    </dsp:sp>
    <dsp:sp modelId="{178131B1-AFB4-4960-89DB-6FADE58EA80F}">
      <dsp:nvSpPr>
        <dsp:cNvPr id="0" name=""/>
        <dsp:cNvSpPr/>
      </dsp:nvSpPr>
      <dsp:spPr>
        <a:xfrm>
          <a:off x="5381674" y="2084509"/>
          <a:ext cx="2286562" cy="843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787BF1-DD1A-410F-9620-780C941E26F0}">
      <dsp:nvSpPr>
        <dsp:cNvPr id="0" name=""/>
        <dsp:cNvSpPr/>
      </dsp:nvSpPr>
      <dsp:spPr>
        <a:xfrm>
          <a:off x="8811517" y="761856"/>
          <a:ext cx="800296" cy="8002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75AFB9-E2EA-46B0-AD26-3307AE6784E1}">
      <dsp:nvSpPr>
        <dsp:cNvPr id="0" name=""/>
        <dsp:cNvSpPr/>
      </dsp:nvSpPr>
      <dsp:spPr>
        <a:xfrm>
          <a:off x="8068385" y="1655319"/>
          <a:ext cx="2286562" cy="385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i="0" kern="1200" baseline="0"/>
            <a:t>High computational cost</a:t>
          </a:r>
          <a:endParaRPr lang="en-US" sz="1400" kern="1200"/>
        </a:p>
      </dsp:txBody>
      <dsp:txXfrm>
        <a:off x="8068385" y="1655319"/>
        <a:ext cx="2286562" cy="385857"/>
      </dsp:txXfrm>
    </dsp:sp>
    <dsp:sp modelId="{BD3644D4-F4F2-4FE3-928A-E6C757A51242}">
      <dsp:nvSpPr>
        <dsp:cNvPr id="0" name=""/>
        <dsp:cNvSpPr/>
      </dsp:nvSpPr>
      <dsp:spPr>
        <a:xfrm>
          <a:off x="8068385" y="2084509"/>
          <a:ext cx="2286562" cy="843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0" kern="1200" baseline="0"/>
            <a:t>Some prior approaches (e.g., DetectGPT) require multiple forward passes per sample</a:t>
          </a:r>
          <a:endParaRPr lang="en-US" sz="1100" kern="1200"/>
        </a:p>
      </dsp:txBody>
      <dsp:txXfrm>
        <a:off x="8068385" y="2084509"/>
        <a:ext cx="2286562" cy="8439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38760C-9E0A-44AC-AB94-C961FFEEFC8E}">
      <dsp:nvSpPr>
        <dsp:cNvPr id="0" name=""/>
        <dsp:cNvSpPr/>
      </dsp:nvSpPr>
      <dsp:spPr>
        <a:xfrm>
          <a:off x="1492113" y="435"/>
          <a:ext cx="1553467" cy="776733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Ghostbuster (Verma et al., 2023)</a:t>
          </a:r>
          <a:endParaRPr lang="en-US" sz="1600" kern="1200" dirty="0"/>
        </a:p>
      </dsp:txBody>
      <dsp:txXfrm>
        <a:off x="1514863" y="23185"/>
        <a:ext cx="1507967" cy="731233"/>
      </dsp:txXfrm>
    </dsp:sp>
    <dsp:sp modelId="{377DFFC8-86A7-4D30-9DE1-388B1F08F41A}">
      <dsp:nvSpPr>
        <dsp:cNvPr id="0" name=""/>
        <dsp:cNvSpPr/>
      </dsp:nvSpPr>
      <dsp:spPr>
        <a:xfrm>
          <a:off x="1647460" y="777169"/>
          <a:ext cx="155346" cy="5825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2550"/>
              </a:lnTo>
              <a:lnTo>
                <a:pt x="155346" y="58255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887446-7BBD-4C63-9D33-C868BB2F73F3}">
      <dsp:nvSpPr>
        <dsp:cNvPr id="0" name=""/>
        <dsp:cNvSpPr/>
      </dsp:nvSpPr>
      <dsp:spPr>
        <a:xfrm>
          <a:off x="1802807" y="971352"/>
          <a:ext cx="1242774" cy="7767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Trains a supervised classifier using features from smaller language models.</a:t>
          </a:r>
        </a:p>
      </dsp:txBody>
      <dsp:txXfrm>
        <a:off x="1825557" y="994102"/>
        <a:ext cx="1197274" cy="731233"/>
      </dsp:txXfrm>
    </dsp:sp>
    <dsp:sp modelId="{7B359B4A-76E9-49BA-B4E7-5FCB169CD9C8}">
      <dsp:nvSpPr>
        <dsp:cNvPr id="0" name=""/>
        <dsp:cNvSpPr/>
      </dsp:nvSpPr>
      <dsp:spPr>
        <a:xfrm>
          <a:off x="1647460" y="777169"/>
          <a:ext cx="155346" cy="15534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3467"/>
              </a:lnTo>
              <a:lnTo>
                <a:pt x="155346" y="1553467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962B4F-76FB-4913-BE82-9146E215F897}">
      <dsp:nvSpPr>
        <dsp:cNvPr id="0" name=""/>
        <dsp:cNvSpPr/>
      </dsp:nvSpPr>
      <dsp:spPr>
        <a:xfrm>
          <a:off x="1802807" y="1942270"/>
          <a:ext cx="1242774" cy="7767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Achieves strong results on news, essays, creative writing datasets.</a:t>
          </a:r>
        </a:p>
      </dsp:txBody>
      <dsp:txXfrm>
        <a:off x="1825557" y="1965020"/>
        <a:ext cx="1197274" cy="731233"/>
      </dsp:txXfrm>
    </dsp:sp>
    <dsp:sp modelId="{760F557A-49A3-4FDD-B878-EE1B5D663886}">
      <dsp:nvSpPr>
        <dsp:cNvPr id="0" name=""/>
        <dsp:cNvSpPr/>
      </dsp:nvSpPr>
      <dsp:spPr>
        <a:xfrm>
          <a:off x="1647460" y="777169"/>
          <a:ext cx="155346" cy="25243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4385"/>
              </a:lnTo>
              <a:lnTo>
                <a:pt x="155346" y="252438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4A4352-6CD4-473D-B15A-F218ED50C688}">
      <dsp:nvSpPr>
        <dsp:cNvPr id="0" name=""/>
        <dsp:cNvSpPr/>
      </dsp:nvSpPr>
      <dsp:spPr>
        <a:xfrm>
          <a:off x="1802807" y="2913187"/>
          <a:ext cx="1242774" cy="7767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Limitation:</a:t>
          </a:r>
          <a:r>
            <a:rPr lang="en-US" sz="800" kern="1200" dirty="0"/>
            <a:t> Requires labeled data and retraining when new LLMs appear thus </a:t>
          </a:r>
          <a:r>
            <a:rPr lang="en-US" sz="800" i="1" kern="1200" dirty="0"/>
            <a:t>poor generalization</a:t>
          </a:r>
          <a:r>
            <a:rPr lang="en-US" sz="800" kern="1200" dirty="0"/>
            <a:t>.</a:t>
          </a:r>
        </a:p>
      </dsp:txBody>
      <dsp:txXfrm>
        <a:off x="1825557" y="2935937"/>
        <a:ext cx="1197274" cy="731233"/>
      </dsp:txXfrm>
    </dsp:sp>
    <dsp:sp modelId="{6BB5586B-BD6B-41F1-9F1D-8ED953B790EB}">
      <dsp:nvSpPr>
        <dsp:cNvPr id="0" name=""/>
        <dsp:cNvSpPr/>
      </dsp:nvSpPr>
      <dsp:spPr>
        <a:xfrm>
          <a:off x="3433948" y="435"/>
          <a:ext cx="1553467" cy="776733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 err="1"/>
            <a:t>DetectGPT</a:t>
          </a:r>
          <a:r>
            <a:rPr lang="en-US" sz="1600" b="1" kern="1200" dirty="0"/>
            <a:t> (Mitchell et al., 2023)</a:t>
          </a:r>
          <a:endParaRPr lang="en-US" sz="1600" kern="1200" dirty="0"/>
        </a:p>
      </dsp:txBody>
      <dsp:txXfrm>
        <a:off x="3456698" y="23185"/>
        <a:ext cx="1507967" cy="731233"/>
      </dsp:txXfrm>
    </dsp:sp>
    <dsp:sp modelId="{0A5FC498-18F7-450B-BC32-CEFA8BDC1010}">
      <dsp:nvSpPr>
        <dsp:cNvPr id="0" name=""/>
        <dsp:cNvSpPr/>
      </dsp:nvSpPr>
      <dsp:spPr>
        <a:xfrm>
          <a:off x="3589295" y="777169"/>
          <a:ext cx="155346" cy="5825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2550"/>
              </a:lnTo>
              <a:lnTo>
                <a:pt x="155346" y="58255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089F54-AA4C-4F99-B07D-373B6456C09E}">
      <dsp:nvSpPr>
        <dsp:cNvPr id="0" name=""/>
        <dsp:cNvSpPr/>
      </dsp:nvSpPr>
      <dsp:spPr>
        <a:xfrm>
          <a:off x="3744642" y="971352"/>
          <a:ext cx="1242774" cy="7767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Zero-shot method using </a:t>
          </a:r>
          <a:r>
            <a:rPr lang="en-US" sz="800" i="1" kern="1200" dirty="0"/>
            <a:t>probability curvature,</a:t>
          </a:r>
          <a:r>
            <a:rPr lang="en-US" sz="800" kern="1200" dirty="0"/>
            <a:t> measures how likelihood changes when text is perturbed.</a:t>
          </a:r>
        </a:p>
      </dsp:txBody>
      <dsp:txXfrm>
        <a:off x="3767392" y="994102"/>
        <a:ext cx="1197274" cy="731233"/>
      </dsp:txXfrm>
    </dsp:sp>
    <dsp:sp modelId="{9EBD16FC-996D-46D8-AC53-39E0470DCCD4}">
      <dsp:nvSpPr>
        <dsp:cNvPr id="0" name=""/>
        <dsp:cNvSpPr/>
      </dsp:nvSpPr>
      <dsp:spPr>
        <a:xfrm>
          <a:off x="3589295" y="777169"/>
          <a:ext cx="155346" cy="15534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3467"/>
              </a:lnTo>
              <a:lnTo>
                <a:pt x="155346" y="1553467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AE744D-6CBC-4992-A418-481E028C2DAF}">
      <dsp:nvSpPr>
        <dsp:cNvPr id="0" name=""/>
        <dsp:cNvSpPr/>
      </dsp:nvSpPr>
      <dsp:spPr>
        <a:xfrm>
          <a:off x="3744642" y="1942270"/>
          <a:ext cx="1242774" cy="7767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Can detect machine-generated content without access to the generator.</a:t>
          </a:r>
        </a:p>
      </dsp:txBody>
      <dsp:txXfrm>
        <a:off x="3767392" y="1965020"/>
        <a:ext cx="1197274" cy="731233"/>
      </dsp:txXfrm>
    </dsp:sp>
    <dsp:sp modelId="{6FBF8807-522F-4452-839B-FD56DA55196E}">
      <dsp:nvSpPr>
        <dsp:cNvPr id="0" name=""/>
        <dsp:cNvSpPr/>
      </dsp:nvSpPr>
      <dsp:spPr>
        <a:xfrm>
          <a:off x="3589295" y="777169"/>
          <a:ext cx="155346" cy="25243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4385"/>
              </a:lnTo>
              <a:lnTo>
                <a:pt x="155346" y="252438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D47418-CD19-4426-BD08-81034548C4A5}">
      <dsp:nvSpPr>
        <dsp:cNvPr id="0" name=""/>
        <dsp:cNvSpPr/>
      </dsp:nvSpPr>
      <dsp:spPr>
        <a:xfrm>
          <a:off x="3744642" y="2913187"/>
          <a:ext cx="1242774" cy="7767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Limitation:</a:t>
          </a:r>
          <a:r>
            <a:rPr lang="en-US" sz="800" kern="1200" dirty="0"/>
            <a:t> Computationally expensive (multiple forward passes) thus </a:t>
          </a:r>
          <a:r>
            <a:rPr lang="en-US" sz="800" i="1" kern="1200" dirty="0"/>
            <a:t>slow and high resource usage</a:t>
          </a:r>
          <a:r>
            <a:rPr lang="en-US" sz="800" kern="1200" dirty="0"/>
            <a:t>.</a:t>
          </a:r>
        </a:p>
      </dsp:txBody>
      <dsp:txXfrm>
        <a:off x="3767392" y="2935937"/>
        <a:ext cx="1197274" cy="731233"/>
      </dsp:txXfrm>
    </dsp:sp>
    <dsp:sp modelId="{25A5320A-20C1-4F2B-8156-83D8E13A014C}">
      <dsp:nvSpPr>
        <dsp:cNvPr id="0" name=""/>
        <dsp:cNvSpPr/>
      </dsp:nvSpPr>
      <dsp:spPr>
        <a:xfrm>
          <a:off x="5375783" y="435"/>
          <a:ext cx="1553467" cy="776733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Fast-</a:t>
          </a:r>
          <a:r>
            <a:rPr lang="en-US" sz="1600" b="1" kern="1200" dirty="0" err="1"/>
            <a:t>DetectGPT</a:t>
          </a:r>
          <a:r>
            <a:rPr lang="en-US" sz="1600" b="1" kern="1200" dirty="0"/>
            <a:t> (Bao et al., 2024)</a:t>
          </a:r>
          <a:endParaRPr lang="en-US" sz="1600" kern="1200" dirty="0"/>
        </a:p>
      </dsp:txBody>
      <dsp:txXfrm>
        <a:off x="5398533" y="23185"/>
        <a:ext cx="1507967" cy="731233"/>
      </dsp:txXfrm>
    </dsp:sp>
    <dsp:sp modelId="{BD39B6EE-FF53-4DAA-96D8-30A1315CCB41}">
      <dsp:nvSpPr>
        <dsp:cNvPr id="0" name=""/>
        <dsp:cNvSpPr/>
      </dsp:nvSpPr>
      <dsp:spPr>
        <a:xfrm>
          <a:off x="5531130" y="777169"/>
          <a:ext cx="155346" cy="5825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2550"/>
              </a:lnTo>
              <a:lnTo>
                <a:pt x="155346" y="58255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6040CC-5739-43AB-B2A1-7871437DD7B0}">
      <dsp:nvSpPr>
        <dsp:cNvPr id="0" name=""/>
        <dsp:cNvSpPr/>
      </dsp:nvSpPr>
      <dsp:spPr>
        <a:xfrm>
          <a:off x="5686477" y="971352"/>
          <a:ext cx="1242774" cy="7767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Optimizes DetectGPT using conditional probability curvature approximation.</a:t>
          </a:r>
        </a:p>
      </dsp:txBody>
      <dsp:txXfrm>
        <a:off x="5709227" y="994102"/>
        <a:ext cx="1197274" cy="731233"/>
      </dsp:txXfrm>
    </dsp:sp>
    <dsp:sp modelId="{BBD91BCF-6F24-4C6B-9B4F-F2283397D758}">
      <dsp:nvSpPr>
        <dsp:cNvPr id="0" name=""/>
        <dsp:cNvSpPr/>
      </dsp:nvSpPr>
      <dsp:spPr>
        <a:xfrm>
          <a:off x="5531130" y="777169"/>
          <a:ext cx="155346" cy="15534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3467"/>
              </a:lnTo>
              <a:lnTo>
                <a:pt x="155346" y="1553467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599A33-389E-495B-B355-1BDB8215C930}">
      <dsp:nvSpPr>
        <dsp:cNvPr id="0" name=""/>
        <dsp:cNvSpPr/>
      </dsp:nvSpPr>
      <dsp:spPr>
        <a:xfrm>
          <a:off x="5686477" y="1942270"/>
          <a:ext cx="1242774" cy="7767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Maintains similar performance with </a:t>
          </a:r>
          <a:r>
            <a:rPr lang="en-US" sz="800" b="1" kern="1200"/>
            <a:t>reduced compute cost</a:t>
          </a:r>
          <a:r>
            <a:rPr lang="en-US" sz="800" kern="1200"/>
            <a:t>.</a:t>
          </a:r>
        </a:p>
      </dsp:txBody>
      <dsp:txXfrm>
        <a:off x="5709227" y="1965020"/>
        <a:ext cx="1197274" cy="731233"/>
      </dsp:txXfrm>
    </dsp:sp>
    <dsp:sp modelId="{F4361344-7D4B-431E-8041-0D639AA348CC}">
      <dsp:nvSpPr>
        <dsp:cNvPr id="0" name=""/>
        <dsp:cNvSpPr/>
      </dsp:nvSpPr>
      <dsp:spPr>
        <a:xfrm>
          <a:off x="5531130" y="777169"/>
          <a:ext cx="155346" cy="25243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4385"/>
              </a:lnTo>
              <a:lnTo>
                <a:pt x="155346" y="252438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63BD2D-075A-4772-80BD-F9F499B3E66B}">
      <dsp:nvSpPr>
        <dsp:cNvPr id="0" name=""/>
        <dsp:cNvSpPr/>
      </dsp:nvSpPr>
      <dsp:spPr>
        <a:xfrm>
          <a:off x="5686477" y="2913187"/>
          <a:ext cx="1242774" cy="7767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/>
            <a:t>Limitation:</a:t>
          </a:r>
          <a:r>
            <a:rPr lang="en-US" sz="800" kern="1200"/>
            <a:t> Still relies on probability access; not fully black-box.</a:t>
          </a:r>
        </a:p>
      </dsp:txBody>
      <dsp:txXfrm>
        <a:off x="5709227" y="2935937"/>
        <a:ext cx="1197274" cy="731233"/>
      </dsp:txXfrm>
    </dsp:sp>
    <dsp:sp modelId="{AA669E3F-19BE-4275-B77B-8495E9EB4888}">
      <dsp:nvSpPr>
        <dsp:cNvPr id="0" name=""/>
        <dsp:cNvSpPr/>
      </dsp:nvSpPr>
      <dsp:spPr>
        <a:xfrm>
          <a:off x="7317618" y="435"/>
          <a:ext cx="1553467" cy="776733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DNA-GPT (Yang et al., 2023)</a:t>
          </a:r>
          <a:endParaRPr lang="en-US" sz="1600" kern="1200" dirty="0"/>
        </a:p>
      </dsp:txBody>
      <dsp:txXfrm>
        <a:off x="7340368" y="23185"/>
        <a:ext cx="1507967" cy="731233"/>
      </dsp:txXfrm>
    </dsp:sp>
    <dsp:sp modelId="{B6B22C72-440B-49C0-824A-0930CC6416C5}">
      <dsp:nvSpPr>
        <dsp:cNvPr id="0" name=""/>
        <dsp:cNvSpPr/>
      </dsp:nvSpPr>
      <dsp:spPr>
        <a:xfrm>
          <a:off x="7472965" y="777169"/>
          <a:ext cx="155346" cy="5825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2550"/>
              </a:lnTo>
              <a:lnTo>
                <a:pt x="155346" y="58255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1B3673-E3DC-4189-B9E4-85EE1D2F6859}">
      <dsp:nvSpPr>
        <dsp:cNvPr id="0" name=""/>
        <dsp:cNvSpPr/>
      </dsp:nvSpPr>
      <dsp:spPr>
        <a:xfrm>
          <a:off x="7628312" y="971352"/>
          <a:ext cx="1242774" cy="7767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Truncates and regenerates text; measures divergence between original and LLM continuation.</a:t>
          </a:r>
        </a:p>
      </dsp:txBody>
      <dsp:txXfrm>
        <a:off x="7651062" y="994102"/>
        <a:ext cx="1197274" cy="731233"/>
      </dsp:txXfrm>
    </dsp:sp>
    <dsp:sp modelId="{538DF102-697D-4EED-8E53-8EB52B05AC86}">
      <dsp:nvSpPr>
        <dsp:cNvPr id="0" name=""/>
        <dsp:cNvSpPr/>
      </dsp:nvSpPr>
      <dsp:spPr>
        <a:xfrm>
          <a:off x="7472965" y="777169"/>
          <a:ext cx="155346" cy="15534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3467"/>
              </a:lnTo>
              <a:lnTo>
                <a:pt x="155346" y="1553467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97311F-8CFF-447C-861B-2085F42192E0}">
      <dsp:nvSpPr>
        <dsp:cNvPr id="0" name=""/>
        <dsp:cNvSpPr/>
      </dsp:nvSpPr>
      <dsp:spPr>
        <a:xfrm>
          <a:off x="7628312" y="1942270"/>
          <a:ext cx="1242774" cy="7767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Works in both black-box and white-box modes.</a:t>
          </a:r>
        </a:p>
      </dsp:txBody>
      <dsp:txXfrm>
        <a:off x="7651062" y="1965020"/>
        <a:ext cx="1197274" cy="731233"/>
      </dsp:txXfrm>
    </dsp:sp>
    <dsp:sp modelId="{03D1226B-2029-4F62-8219-0F18D5538118}">
      <dsp:nvSpPr>
        <dsp:cNvPr id="0" name=""/>
        <dsp:cNvSpPr/>
      </dsp:nvSpPr>
      <dsp:spPr>
        <a:xfrm>
          <a:off x="7472965" y="777169"/>
          <a:ext cx="155346" cy="25243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4385"/>
              </a:lnTo>
              <a:lnTo>
                <a:pt x="155346" y="252438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752725-E6FE-4890-87C2-7E2672BD22D1}">
      <dsp:nvSpPr>
        <dsp:cNvPr id="0" name=""/>
        <dsp:cNvSpPr/>
      </dsp:nvSpPr>
      <dsp:spPr>
        <a:xfrm>
          <a:off x="7628312" y="2913187"/>
          <a:ext cx="1242774" cy="7767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Limitation:</a:t>
          </a:r>
          <a:r>
            <a:rPr lang="en-US" sz="800" kern="1200" dirty="0"/>
            <a:t> Requires regeneration thus </a:t>
          </a:r>
          <a:r>
            <a:rPr lang="en-US" sz="800" i="1" kern="1200" dirty="0"/>
            <a:t>more compute</a:t>
          </a:r>
          <a:r>
            <a:rPr lang="en-US" sz="800" kern="1200" dirty="0"/>
            <a:t> and may be sensitive to prompt formatting.</a:t>
          </a:r>
        </a:p>
      </dsp:txBody>
      <dsp:txXfrm>
        <a:off x="7651062" y="2935937"/>
        <a:ext cx="1197274" cy="7312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0060A5-00D7-4AEE-835C-0D2FF803E704}">
      <dsp:nvSpPr>
        <dsp:cNvPr id="0" name=""/>
        <dsp:cNvSpPr/>
      </dsp:nvSpPr>
      <dsp:spPr>
        <a:xfrm>
          <a:off x="2024" y="550284"/>
          <a:ext cx="4316313" cy="258978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Key Idea</a:t>
          </a:r>
          <a:endParaRPr lang="en-US" sz="23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Compare how </a:t>
          </a:r>
          <a:r>
            <a:rPr lang="en-US" sz="1800" i="1" kern="1200"/>
            <a:t>two related language models</a:t>
          </a:r>
          <a:r>
            <a:rPr lang="en-US" sz="1800" kern="1200"/>
            <a:t> behave on the same text.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If a text is AI-generated → models agree.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If human-generated → models diverge.</a:t>
          </a:r>
        </a:p>
      </dsp:txBody>
      <dsp:txXfrm>
        <a:off x="77876" y="626136"/>
        <a:ext cx="4164609" cy="2438083"/>
      </dsp:txXfrm>
    </dsp:sp>
    <dsp:sp modelId="{327FD5E0-7424-4094-AE64-392BBE6ED34E}">
      <dsp:nvSpPr>
        <dsp:cNvPr id="0" name=""/>
        <dsp:cNvSpPr/>
      </dsp:nvSpPr>
      <dsp:spPr>
        <a:xfrm>
          <a:off x="4749968" y="1309955"/>
          <a:ext cx="915058" cy="10704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4749968" y="1524044"/>
        <a:ext cx="640541" cy="642267"/>
      </dsp:txXfrm>
    </dsp:sp>
    <dsp:sp modelId="{B9867BA1-7BBC-4DA7-953D-A97FC590F425}">
      <dsp:nvSpPr>
        <dsp:cNvPr id="0" name=""/>
        <dsp:cNvSpPr/>
      </dsp:nvSpPr>
      <dsp:spPr>
        <a:xfrm>
          <a:off x="6044862" y="550284"/>
          <a:ext cx="4316313" cy="258978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Models</a:t>
          </a:r>
          <a:endParaRPr lang="en-US" sz="23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Observer (O):</a:t>
          </a:r>
          <a:r>
            <a:rPr lang="en-US" sz="1800" kern="1200"/>
            <a:t> evaluates text normally → </a:t>
          </a:r>
          <a:r>
            <a:rPr lang="en-US" sz="1800" i="1" kern="1200"/>
            <a:t>Falcon 7B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Performer (P):</a:t>
          </a:r>
          <a:r>
            <a:rPr lang="en-US" sz="1800" kern="1200"/>
            <a:t> predicts as if generating text → </a:t>
          </a:r>
          <a:r>
            <a:rPr lang="en-US" sz="1800" i="1" kern="1200"/>
            <a:t>Falcon 7B-Instruct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Must share architecture/tokenizer but differ in calibration.</a:t>
          </a:r>
        </a:p>
      </dsp:txBody>
      <dsp:txXfrm>
        <a:off x="6120714" y="626136"/>
        <a:ext cx="4164609" cy="24380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6A8E58-4447-4120-8B63-70D76426C3EA}">
      <dsp:nvSpPr>
        <dsp:cNvPr id="0" name=""/>
        <dsp:cNvSpPr/>
      </dsp:nvSpPr>
      <dsp:spPr>
        <a:xfrm>
          <a:off x="0" y="1054358"/>
          <a:ext cx="573786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432DDD-DEEE-4448-92AF-E48CB3ABCF0E}">
      <dsp:nvSpPr>
        <dsp:cNvPr id="0" name=""/>
        <dsp:cNvSpPr/>
      </dsp:nvSpPr>
      <dsp:spPr>
        <a:xfrm>
          <a:off x="286893" y="847718"/>
          <a:ext cx="4016502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814" tIns="0" rIns="15181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 batches × 1024 tokens</a:t>
          </a:r>
        </a:p>
      </dsp:txBody>
      <dsp:txXfrm>
        <a:off x="307068" y="867893"/>
        <a:ext cx="3976152" cy="372930"/>
      </dsp:txXfrm>
    </dsp:sp>
    <dsp:sp modelId="{21C1F03F-737C-492C-B152-84556FA603A2}">
      <dsp:nvSpPr>
        <dsp:cNvPr id="0" name=""/>
        <dsp:cNvSpPr/>
      </dsp:nvSpPr>
      <dsp:spPr>
        <a:xfrm>
          <a:off x="0" y="1689398"/>
          <a:ext cx="573786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9A9AE9-582A-448F-ABD2-8AC819ECCB67}">
      <dsp:nvSpPr>
        <dsp:cNvPr id="0" name=""/>
        <dsp:cNvSpPr/>
      </dsp:nvSpPr>
      <dsp:spPr>
        <a:xfrm>
          <a:off x="286893" y="1482758"/>
          <a:ext cx="4016502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814" tIns="0" rIns="15181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Paper original setup 8 x 2048</a:t>
          </a:r>
        </a:p>
      </dsp:txBody>
      <dsp:txXfrm>
        <a:off x="307068" y="1502933"/>
        <a:ext cx="3976152" cy="372930"/>
      </dsp:txXfrm>
    </dsp:sp>
    <dsp:sp modelId="{F4E9C76D-83E8-4899-8E27-530CB7A370D7}">
      <dsp:nvSpPr>
        <dsp:cNvPr id="0" name=""/>
        <dsp:cNvSpPr/>
      </dsp:nvSpPr>
      <dsp:spPr>
        <a:xfrm>
          <a:off x="0" y="2324438"/>
          <a:ext cx="5737860" cy="1014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5322" tIns="291592" rIns="445322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CC-News, CNN, PubMed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Machine text generators: </a:t>
          </a:r>
          <a:r>
            <a:rPr lang="en-US" sz="1400" i="1" kern="1200"/>
            <a:t>LLaMA-2-13B and falcon-7</a:t>
          </a:r>
          <a:r>
            <a:rPr lang="en-US" sz="1400" kern="1200"/>
            <a:t>, zero-shot setup</a:t>
          </a:r>
        </a:p>
      </dsp:txBody>
      <dsp:txXfrm>
        <a:off x="0" y="2324438"/>
        <a:ext cx="5737860" cy="1014300"/>
      </dsp:txXfrm>
    </dsp:sp>
    <dsp:sp modelId="{69A48D84-B2EB-4D9B-B90B-3E41D1AC7606}">
      <dsp:nvSpPr>
        <dsp:cNvPr id="0" name=""/>
        <dsp:cNvSpPr/>
      </dsp:nvSpPr>
      <dsp:spPr>
        <a:xfrm>
          <a:off x="286893" y="2117798"/>
          <a:ext cx="4016502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814" tIns="0" rIns="15181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Evaluated the three datasets used in the paper</a:t>
          </a:r>
        </a:p>
      </dsp:txBody>
      <dsp:txXfrm>
        <a:off x="307068" y="2137973"/>
        <a:ext cx="3976152" cy="37293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6114E3-06DC-46F2-945D-DD04ED51D45A}">
      <dsp:nvSpPr>
        <dsp:cNvPr id="0" name=""/>
        <dsp:cNvSpPr/>
      </dsp:nvSpPr>
      <dsp:spPr>
        <a:xfrm>
          <a:off x="0" y="84734"/>
          <a:ext cx="9674443" cy="437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i="0" kern="1200" baseline="0" dirty="0"/>
            <a:t>The Binoculars paper reports noticeably lower detector performance on </a:t>
          </a:r>
          <a:r>
            <a:rPr lang="en-US" sz="1700" i="1" kern="1200" baseline="0" dirty="0"/>
            <a:t>non-English</a:t>
          </a:r>
          <a:r>
            <a:rPr lang="en-US" sz="1700" i="0" kern="1200" baseline="0" dirty="0"/>
            <a:t> datasets</a:t>
          </a:r>
          <a:endParaRPr lang="en-US" sz="1700" kern="1200" dirty="0"/>
        </a:p>
      </dsp:txBody>
      <dsp:txXfrm>
        <a:off x="21361" y="106095"/>
        <a:ext cx="9631721" cy="394858"/>
      </dsp:txXfrm>
    </dsp:sp>
    <dsp:sp modelId="{77851DC9-280E-46B2-B77A-AAE85C99A4A1}">
      <dsp:nvSpPr>
        <dsp:cNvPr id="0" name=""/>
        <dsp:cNvSpPr/>
      </dsp:nvSpPr>
      <dsp:spPr>
        <a:xfrm>
          <a:off x="0" y="571274"/>
          <a:ext cx="9674443" cy="437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i="0" kern="1200" baseline="0"/>
            <a:t>Authors suggest two primary causes</a:t>
          </a:r>
          <a:endParaRPr lang="en-US" sz="1700" kern="1200"/>
        </a:p>
      </dsp:txBody>
      <dsp:txXfrm>
        <a:off x="21361" y="592635"/>
        <a:ext cx="9631721" cy="394858"/>
      </dsp:txXfrm>
    </dsp:sp>
    <dsp:sp modelId="{D16730B9-8478-44EA-B4DE-D13D50BE3549}">
      <dsp:nvSpPr>
        <dsp:cNvPr id="0" name=""/>
        <dsp:cNvSpPr/>
      </dsp:nvSpPr>
      <dsp:spPr>
        <a:xfrm>
          <a:off x="0" y="1008854"/>
          <a:ext cx="9674443" cy="483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7164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i="0" kern="1200" baseline="0"/>
            <a:t>Need for multilingual generators</a:t>
          </a:r>
          <a:endParaRPr lang="en-US" sz="1300" kern="1200"/>
        </a:p>
        <a:p>
          <a:pPr marL="114300" lvl="1" indent="-114300" algn="l" defTabSz="5778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i="0" kern="1200" baseline="0"/>
            <a:t>Need for matching multilingual detection models (observer &amp; performer alignment)</a:t>
          </a:r>
          <a:endParaRPr lang="en-US" sz="1300" kern="1200"/>
        </a:p>
      </dsp:txBody>
      <dsp:txXfrm>
        <a:off x="0" y="1008854"/>
        <a:ext cx="9674443" cy="483862"/>
      </dsp:txXfrm>
    </dsp:sp>
    <dsp:sp modelId="{00BDDBAD-75FA-45E1-9F67-B370608BA64B}">
      <dsp:nvSpPr>
        <dsp:cNvPr id="0" name=""/>
        <dsp:cNvSpPr/>
      </dsp:nvSpPr>
      <dsp:spPr>
        <a:xfrm>
          <a:off x="0" y="1492716"/>
          <a:ext cx="9674443" cy="437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Haitian Creole is a mix of French, Spanish and Northwest African languages</a:t>
          </a:r>
        </a:p>
      </dsp:txBody>
      <dsp:txXfrm>
        <a:off x="21361" y="1514077"/>
        <a:ext cx="9631721" cy="394858"/>
      </dsp:txXfrm>
    </dsp:sp>
    <dsp:sp modelId="{E3D59EC6-B0EE-499A-9F1D-9D03CA01B3CA}">
      <dsp:nvSpPr>
        <dsp:cNvPr id="0" name=""/>
        <dsp:cNvSpPr/>
      </dsp:nvSpPr>
      <dsp:spPr>
        <a:xfrm>
          <a:off x="0" y="1979256"/>
          <a:ext cx="9674443" cy="437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Haitian Creole was selected for extension testing because</a:t>
          </a:r>
        </a:p>
      </dsp:txBody>
      <dsp:txXfrm>
        <a:off x="21361" y="2000617"/>
        <a:ext cx="9631721" cy="394858"/>
      </dsp:txXfrm>
    </dsp:sp>
    <dsp:sp modelId="{FCB63716-7593-4701-81A0-E5A6CD7777A0}">
      <dsp:nvSpPr>
        <dsp:cNvPr id="0" name=""/>
        <dsp:cNvSpPr/>
      </dsp:nvSpPr>
      <dsp:spPr>
        <a:xfrm>
          <a:off x="0" y="2416836"/>
          <a:ext cx="9674443" cy="483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7164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It is a low-resource language with limited large-scale LLM training data</a:t>
          </a:r>
        </a:p>
        <a:p>
          <a:pPr marL="114300" lvl="1" indent="-114300" algn="l" defTabSz="5778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I am a native speaker</a:t>
          </a:r>
        </a:p>
      </dsp:txBody>
      <dsp:txXfrm>
        <a:off x="0" y="2416836"/>
        <a:ext cx="9674443" cy="48386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91A4B9-A3E8-4930-B397-C4FA1CBC023F}">
      <dsp:nvSpPr>
        <dsp:cNvPr id="0" name=""/>
        <dsp:cNvSpPr/>
      </dsp:nvSpPr>
      <dsp:spPr>
        <a:xfrm>
          <a:off x="653705" y="1339816"/>
          <a:ext cx="703582" cy="7035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C52C70-7CC6-4C2B-80A2-71CDFEEFDAA6}">
      <dsp:nvSpPr>
        <dsp:cNvPr id="0" name=""/>
        <dsp:cNvSpPr/>
      </dsp:nvSpPr>
      <dsp:spPr>
        <a:xfrm>
          <a:off x="379" y="2141247"/>
          <a:ext cx="2010234" cy="433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i="0" kern="1200" baseline="0"/>
            <a:t>Generator: </a:t>
          </a:r>
          <a:r>
            <a:rPr lang="en-US" sz="1400" i="1" kern="1200" baseline="0"/>
            <a:t>Aya 101 and GPT 4</a:t>
          </a:r>
          <a:endParaRPr lang="en-US" sz="1400" kern="1200"/>
        </a:p>
      </dsp:txBody>
      <dsp:txXfrm>
        <a:off x="379" y="2141247"/>
        <a:ext cx="2010234" cy="433456"/>
      </dsp:txXfrm>
    </dsp:sp>
    <dsp:sp modelId="{4EDDB8C8-40B4-4C1D-AB5D-D63B0E0298AF}">
      <dsp:nvSpPr>
        <dsp:cNvPr id="0" name=""/>
        <dsp:cNvSpPr/>
      </dsp:nvSpPr>
      <dsp:spPr>
        <a:xfrm>
          <a:off x="379" y="2620216"/>
          <a:ext cx="2010234" cy="995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E45A23-50B9-4896-9AA5-17FC6BFC0FA4}">
      <dsp:nvSpPr>
        <dsp:cNvPr id="0" name=""/>
        <dsp:cNvSpPr/>
      </dsp:nvSpPr>
      <dsp:spPr>
        <a:xfrm>
          <a:off x="3015731" y="1339816"/>
          <a:ext cx="703582" cy="7035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8BC1E2-7361-41DF-9D44-67622D0FB403}">
      <dsp:nvSpPr>
        <dsp:cNvPr id="0" name=""/>
        <dsp:cNvSpPr/>
      </dsp:nvSpPr>
      <dsp:spPr>
        <a:xfrm>
          <a:off x="2362404" y="2141247"/>
          <a:ext cx="2010234" cy="433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i="0" kern="1200" baseline="0"/>
            <a:t>Generation Methods</a:t>
          </a:r>
          <a:endParaRPr lang="en-US" sz="1400" kern="1200"/>
        </a:p>
      </dsp:txBody>
      <dsp:txXfrm>
        <a:off x="2362404" y="2141247"/>
        <a:ext cx="2010234" cy="433456"/>
      </dsp:txXfrm>
    </dsp:sp>
    <dsp:sp modelId="{85CE7C94-CBED-47A5-AE98-C843ED653673}">
      <dsp:nvSpPr>
        <dsp:cNvPr id="0" name=""/>
        <dsp:cNvSpPr/>
      </dsp:nvSpPr>
      <dsp:spPr>
        <a:xfrm>
          <a:off x="2362404" y="2620216"/>
          <a:ext cx="2010234" cy="995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0" kern="1200" baseline="0"/>
            <a:t>With prompt: Model instructed explicitly to write in Haitian Creole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0" kern="1200" baseline="0"/>
            <a:t>Without prompt: Text passed directly for continuation</a:t>
          </a:r>
          <a:endParaRPr lang="en-US" sz="1100" kern="1200"/>
        </a:p>
      </dsp:txBody>
      <dsp:txXfrm>
        <a:off x="2362404" y="2620216"/>
        <a:ext cx="2010234" cy="995170"/>
      </dsp:txXfrm>
    </dsp:sp>
    <dsp:sp modelId="{8CC34C21-5A0E-4F12-A1AD-D7C2C472D059}">
      <dsp:nvSpPr>
        <dsp:cNvPr id="0" name=""/>
        <dsp:cNvSpPr/>
      </dsp:nvSpPr>
      <dsp:spPr>
        <a:xfrm>
          <a:off x="5377756" y="1339816"/>
          <a:ext cx="703582" cy="7035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2691EF-26B4-4232-B413-B67747805843}">
      <dsp:nvSpPr>
        <dsp:cNvPr id="0" name=""/>
        <dsp:cNvSpPr/>
      </dsp:nvSpPr>
      <dsp:spPr>
        <a:xfrm>
          <a:off x="4724430" y="2141247"/>
          <a:ext cx="2010234" cy="433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i="0" kern="1200" baseline="0"/>
            <a:t>Chunk Strategy</a:t>
          </a:r>
          <a:endParaRPr lang="en-US" sz="1400" kern="1200"/>
        </a:p>
      </dsp:txBody>
      <dsp:txXfrm>
        <a:off x="4724430" y="2141247"/>
        <a:ext cx="2010234" cy="433456"/>
      </dsp:txXfrm>
    </dsp:sp>
    <dsp:sp modelId="{091934CE-9353-42CE-8045-E1AEA0BD0AB9}">
      <dsp:nvSpPr>
        <dsp:cNvPr id="0" name=""/>
        <dsp:cNvSpPr/>
      </dsp:nvSpPr>
      <dsp:spPr>
        <a:xfrm>
          <a:off x="4724430" y="2620216"/>
          <a:ext cx="2010234" cy="995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0" kern="1200" baseline="0"/>
            <a:t>All texts chunked to approximately 4,000 characters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0" kern="1200" baseline="0" dirty="0"/>
            <a:t>Cut only </a:t>
          </a:r>
          <a:r>
            <a:rPr lang="en-US" sz="1100" i="1" kern="1200" baseline="0" dirty="0"/>
            <a:t>after the last word</a:t>
          </a:r>
          <a:r>
            <a:rPr lang="en-US" sz="1100" i="0" kern="1200" baseline="0" dirty="0"/>
            <a:t>, not mid-token 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~5.2K texts</a:t>
          </a:r>
        </a:p>
      </dsp:txBody>
      <dsp:txXfrm>
        <a:off x="4724430" y="2620216"/>
        <a:ext cx="2010234" cy="995170"/>
      </dsp:txXfrm>
    </dsp:sp>
    <dsp:sp modelId="{28E8FAD6-2444-46B5-88CA-DE6C03E8C4FD}">
      <dsp:nvSpPr>
        <dsp:cNvPr id="0" name=""/>
        <dsp:cNvSpPr/>
      </dsp:nvSpPr>
      <dsp:spPr>
        <a:xfrm>
          <a:off x="7739781" y="1339816"/>
          <a:ext cx="703582" cy="7035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CE9CBE-2429-4B03-9222-E4A3F10078A0}">
      <dsp:nvSpPr>
        <dsp:cNvPr id="0" name=""/>
        <dsp:cNvSpPr/>
      </dsp:nvSpPr>
      <dsp:spPr>
        <a:xfrm>
          <a:off x="7086455" y="2141247"/>
          <a:ext cx="2010234" cy="433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i="0" kern="1200" baseline="0"/>
            <a:t>Text Type</a:t>
          </a:r>
          <a:endParaRPr lang="en-US" sz="1400" kern="1200"/>
        </a:p>
      </dsp:txBody>
      <dsp:txXfrm>
        <a:off x="7086455" y="2141247"/>
        <a:ext cx="2010234" cy="433456"/>
      </dsp:txXfrm>
    </dsp:sp>
    <dsp:sp modelId="{70985917-C0A1-405E-8E35-0CE15A6559DF}">
      <dsp:nvSpPr>
        <dsp:cNvPr id="0" name=""/>
        <dsp:cNvSpPr/>
      </dsp:nvSpPr>
      <dsp:spPr>
        <a:xfrm>
          <a:off x="7086455" y="2620216"/>
          <a:ext cx="2010234" cy="995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0" kern="1200" baseline="0"/>
            <a:t>News articles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Poetry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0" kern="1200" baseline="0"/>
            <a:t>Blogs/reddit</a:t>
          </a:r>
          <a:endParaRPr lang="en-US" sz="1100" kern="1200"/>
        </a:p>
      </dsp:txBody>
      <dsp:txXfrm>
        <a:off x="7086455" y="2620216"/>
        <a:ext cx="2010234" cy="995170"/>
      </dsp:txXfrm>
    </dsp:sp>
    <dsp:sp modelId="{C1052097-6255-4820-B15B-956FC61423F7}">
      <dsp:nvSpPr>
        <dsp:cNvPr id="0" name=""/>
        <dsp:cNvSpPr/>
      </dsp:nvSpPr>
      <dsp:spPr>
        <a:xfrm>
          <a:off x="10101807" y="1339816"/>
          <a:ext cx="703582" cy="70358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54933B-2A72-4334-833A-CD9CBA69544F}">
      <dsp:nvSpPr>
        <dsp:cNvPr id="0" name=""/>
        <dsp:cNvSpPr/>
      </dsp:nvSpPr>
      <dsp:spPr>
        <a:xfrm>
          <a:off x="9448481" y="2141247"/>
          <a:ext cx="2010234" cy="433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Detection Models: </a:t>
          </a:r>
        </a:p>
      </dsp:txBody>
      <dsp:txXfrm>
        <a:off x="9448481" y="2141247"/>
        <a:ext cx="2010234" cy="433456"/>
      </dsp:txXfrm>
    </dsp:sp>
    <dsp:sp modelId="{A5FF1DD0-882D-499A-9FEA-E158C3FA7DE8}">
      <dsp:nvSpPr>
        <dsp:cNvPr id="0" name=""/>
        <dsp:cNvSpPr/>
      </dsp:nvSpPr>
      <dsp:spPr>
        <a:xfrm>
          <a:off x="9448481" y="2620216"/>
          <a:ext cx="2010234" cy="995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1" kern="1200"/>
            <a:t>Falcon 7B base and instruct (English-only) 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Falcon-H1 1.5B base and deep base (Multi-lang)</a:t>
          </a:r>
        </a:p>
      </dsp:txBody>
      <dsp:txXfrm>
        <a:off x="9448481" y="2620216"/>
        <a:ext cx="2010234" cy="99517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0A0513-2BF6-43D0-8E02-CF6864316499}">
      <dsp:nvSpPr>
        <dsp:cNvPr id="0" name=""/>
        <dsp:cNvSpPr/>
      </dsp:nvSpPr>
      <dsp:spPr>
        <a:xfrm>
          <a:off x="0" y="735245"/>
          <a:ext cx="3063073" cy="19450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D9BDB0-48EA-4C9D-A0A6-7A32BE190FE7}">
      <dsp:nvSpPr>
        <dsp:cNvPr id="0" name=""/>
        <dsp:cNvSpPr/>
      </dsp:nvSpPr>
      <dsp:spPr>
        <a:xfrm>
          <a:off x="340341" y="1058570"/>
          <a:ext cx="3063073" cy="19450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Complete further evaluations using multilingual model pairs</a:t>
          </a:r>
        </a:p>
      </dsp:txBody>
      <dsp:txXfrm>
        <a:off x="397310" y="1115539"/>
        <a:ext cx="2949135" cy="1831113"/>
      </dsp:txXfrm>
    </dsp:sp>
    <dsp:sp modelId="{70AC10F4-DD2C-47F8-A5D3-16F30F213349}">
      <dsp:nvSpPr>
        <dsp:cNvPr id="0" name=""/>
        <dsp:cNvSpPr/>
      </dsp:nvSpPr>
      <dsp:spPr>
        <a:xfrm>
          <a:off x="3743756" y="735245"/>
          <a:ext cx="3063073" cy="19450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AA257-6275-41BB-B5B9-1A859CACF31F}">
      <dsp:nvSpPr>
        <dsp:cNvPr id="0" name=""/>
        <dsp:cNvSpPr/>
      </dsp:nvSpPr>
      <dsp:spPr>
        <a:xfrm>
          <a:off x="4084098" y="1058570"/>
          <a:ext cx="3063073" cy="19450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Extend evaluation to additional low resource languages</a:t>
          </a:r>
        </a:p>
      </dsp:txBody>
      <dsp:txXfrm>
        <a:off x="4141067" y="1115539"/>
        <a:ext cx="2949135" cy="1831113"/>
      </dsp:txXfrm>
    </dsp:sp>
    <dsp:sp modelId="{AD810A39-DF67-493D-A007-4FEC18E88031}">
      <dsp:nvSpPr>
        <dsp:cNvPr id="0" name=""/>
        <dsp:cNvSpPr/>
      </dsp:nvSpPr>
      <dsp:spPr>
        <a:xfrm>
          <a:off x="7487513" y="735245"/>
          <a:ext cx="3063073" cy="19450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4D4D84-EBFA-4977-A2BC-D8CCF417960C}">
      <dsp:nvSpPr>
        <dsp:cNvPr id="0" name=""/>
        <dsp:cNvSpPr/>
      </dsp:nvSpPr>
      <dsp:spPr>
        <a:xfrm>
          <a:off x="7827855" y="1058570"/>
          <a:ext cx="3063073" cy="19450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Fine tuning might be needed for some low resource languages</a:t>
          </a:r>
        </a:p>
      </dsp:txBody>
      <dsp:txXfrm>
        <a:off x="7884824" y="1115539"/>
        <a:ext cx="2949135" cy="183111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BADE47-56C5-44A0-B3FA-1465031CFC7D}">
      <dsp:nvSpPr>
        <dsp:cNvPr id="0" name=""/>
        <dsp:cNvSpPr/>
      </dsp:nvSpPr>
      <dsp:spPr>
        <a:xfrm>
          <a:off x="1329" y="141569"/>
          <a:ext cx="4666401" cy="296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0803BB-CFAC-4574-ADA2-59B119F4B4F7}">
      <dsp:nvSpPr>
        <dsp:cNvPr id="0" name=""/>
        <dsp:cNvSpPr/>
      </dsp:nvSpPr>
      <dsp:spPr>
        <a:xfrm>
          <a:off x="519818" y="634133"/>
          <a:ext cx="4666401" cy="2963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b="1" kern="1200"/>
            <a:t>Mesi pou atensyon nou!</a:t>
          </a:r>
          <a:endParaRPr lang="en-US" sz="5700" kern="1200"/>
        </a:p>
      </dsp:txBody>
      <dsp:txXfrm>
        <a:off x="606606" y="720921"/>
        <a:ext cx="4492825" cy="2789588"/>
      </dsp:txXfrm>
    </dsp:sp>
    <dsp:sp modelId="{1472B8AE-25D9-466B-AB44-D53FB836D705}">
      <dsp:nvSpPr>
        <dsp:cNvPr id="0" name=""/>
        <dsp:cNvSpPr/>
      </dsp:nvSpPr>
      <dsp:spPr>
        <a:xfrm>
          <a:off x="5704709" y="141569"/>
          <a:ext cx="4666401" cy="296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701AB1-C2EB-4574-B9B6-75E72660387B}">
      <dsp:nvSpPr>
        <dsp:cNvPr id="0" name=""/>
        <dsp:cNvSpPr/>
      </dsp:nvSpPr>
      <dsp:spPr>
        <a:xfrm>
          <a:off x="6223198" y="634133"/>
          <a:ext cx="4666401" cy="2963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b="1" kern="1200"/>
            <a:t>Thank you for your attention!</a:t>
          </a:r>
          <a:endParaRPr lang="en-US" sz="5700" kern="1200"/>
        </a:p>
      </dsp:txBody>
      <dsp:txXfrm>
        <a:off x="6309986" y="720921"/>
        <a:ext cx="4492825" cy="27895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20035E-32B1-42AC-9218-E6C7C101EEE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7D7B0F-1B84-40A7-84F3-E637010D2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92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Hi everyone, my name is Angeline, and today I’ll be presenting my reproducibility project on </a:t>
            </a:r>
            <a:r>
              <a:rPr lang="en-US" b="1" i="1" dirty="0"/>
              <a:t>Binoculars</a:t>
            </a:r>
            <a:r>
              <a:rPr lang="en-US" b="1" dirty="0"/>
              <a:t>, a zero-shot method for detecting machine-generated text.</a:t>
            </a:r>
            <a:endParaRPr lang="en-US" dirty="0"/>
          </a:p>
          <a:p>
            <a:r>
              <a:rPr lang="en-US" dirty="0"/>
              <a:t>Now, I know that every semester we’re told </a:t>
            </a:r>
            <a:r>
              <a:rPr lang="en-US" i="1" dirty="0"/>
              <a:t>‘there’s a new AI detector that can perfectly spot AI-written assignments’</a:t>
            </a:r>
            <a:r>
              <a:rPr lang="en-US" dirty="0"/>
              <a:t>.</a:t>
            </a:r>
            <a:br>
              <a:rPr lang="en-US" dirty="0"/>
            </a:br>
            <a:r>
              <a:rPr lang="en-US" i="1" dirty="0"/>
              <a:t>Students dread that announcement</a:t>
            </a:r>
            <a:br>
              <a:rPr lang="en-US" dirty="0"/>
            </a:br>
            <a:r>
              <a:rPr lang="en-US" i="1" dirty="0"/>
              <a:t>Professors celebrate it</a:t>
            </a:r>
            <a:endParaRPr lang="en-US" dirty="0"/>
          </a:p>
          <a:p>
            <a:r>
              <a:rPr lang="en-US" dirty="0"/>
              <a:t>And based on this paper, Professors are up 1 pt. </a:t>
            </a:r>
          </a:p>
          <a:p>
            <a:r>
              <a:rPr lang="en-US" dirty="0"/>
              <a:t>So let’s dive into whether this detection method really 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D7B0F-1B84-40A7-84F3-E637010D2D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30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AI-generated text becomes increasingly human like, distinguishing between human and machine writing is becoming critical not just academically, but across journalism, cybersecurity, authorship verification, and even scientific integrity.</a:t>
            </a:r>
          </a:p>
          <a:p>
            <a:endParaRPr lang="en-US" dirty="0"/>
          </a:p>
          <a:p>
            <a:r>
              <a:rPr lang="en-US" dirty="0"/>
              <a:t>Most existing detectors struggle because they </a:t>
            </a:r>
            <a:r>
              <a:rPr lang="en-US" b="1" dirty="0"/>
              <a:t>either require access to the original generator model, or training/fine tuning on large labeled datasets</a:t>
            </a:r>
            <a:r>
              <a:rPr lang="en-US" dirty="0"/>
              <a:t>, which limits generalizability.</a:t>
            </a:r>
          </a:p>
          <a:p>
            <a:endParaRPr lang="en-US" dirty="0"/>
          </a:p>
          <a:p>
            <a:r>
              <a:rPr lang="en-US" dirty="0"/>
              <a:t>The Binoculars method, proposed by </a:t>
            </a:r>
            <a:r>
              <a:rPr lang="en-US" i="1" dirty="0"/>
              <a:t>Hans et al., 2024</a:t>
            </a:r>
            <a:r>
              <a:rPr lang="en-US" dirty="0"/>
              <a:t>, introduces a </a:t>
            </a:r>
            <a:r>
              <a:rPr lang="en-US" b="1" dirty="0"/>
              <a:t>fully zero-shot, training-free detection approach</a:t>
            </a:r>
            <a:r>
              <a:rPr lang="en-US" dirty="0"/>
              <a:t> that instead uses </a:t>
            </a:r>
            <a:r>
              <a:rPr lang="en-US" b="1" dirty="0"/>
              <a:t>two related language models</a:t>
            </a:r>
            <a:r>
              <a:rPr lang="en-US" dirty="0"/>
              <a:t> to estimate likelihood differences . I’ll explain what that means in a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D7B0F-1B84-40A7-84F3-E637010D2D0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73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let’s emphasize on why this matters</a:t>
            </a:r>
          </a:p>
          <a:p>
            <a:endParaRPr lang="en-US" dirty="0"/>
          </a:p>
          <a:p>
            <a:r>
              <a:rPr lang="en-US" dirty="0"/>
              <a:t>Current AI-text detectors, even the ones used in academia, are still unreliable—especially for non-native English writers. They often misclassify natural human writing as AI-generated, which is honestly concerning when we think about students or multilingual communication settings.</a:t>
            </a:r>
          </a:p>
          <a:p>
            <a:endParaRPr lang="en-US" dirty="0"/>
          </a:p>
          <a:p>
            <a:r>
              <a:rPr lang="en-US" dirty="0"/>
              <a:t>Another big issue is that most detectors rely on supervised training. They need examples specifically from the model you're trying to detect. That means every time a new LLM appears, you basically have to retrain the detector so they don’t generalize well which is computationally expensive.</a:t>
            </a:r>
          </a:p>
          <a:p>
            <a:endParaRPr lang="en-US" dirty="0"/>
          </a:p>
          <a:p>
            <a:r>
              <a:rPr lang="en-US" dirty="0"/>
              <a:t>Then we have the black-box problem. Many state-of-the-art generators, like GPT-4 or Claude, don’t give full access to their internal parameters, which limits what we can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D7B0F-1B84-40A7-84F3-E637010D2D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0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some of the most influential works in AI text detection that laid the foundation for Binoculars:</a:t>
            </a:r>
          </a:p>
          <a:p>
            <a:endParaRPr lang="en-US" dirty="0"/>
          </a:p>
          <a:p>
            <a:r>
              <a:rPr lang="en-US" b="1" dirty="0"/>
              <a:t>Ghostbuster (Verma et al., 2023)</a:t>
            </a:r>
            <a:endParaRPr lang="en-US" dirty="0"/>
          </a:p>
          <a:p>
            <a:r>
              <a:rPr lang="en-US" dirty="0"/>
              <a:t>Uses features from smaller language models to </a:t>
            </a:r>
            <a:r>
              <a:rPr lang="en-US" i="1" dirty="0"/>
              <a:t>train a classifier</a:t>
            </a:r>
            <a:r>
              <a:rPr lang="en-US" dirty="0"/>
              <a:t>.</a:t>
            </a:r>
          </a:p>
          <a:p>
            <a:r>
              <a:rPr lang="en-US" dirty="0"/>
              <a:t>But still needs </a:t>
            </a:r>
            <a:r>
              <a:rPr lang="en-US" b="1" dirty="0"/>
              <a:t>retraining when new generators appear</a:t>
            </a:r>
            <a:r>
              <a:rPr lang="en-US" dirty="0"/>
              <a:t> → poor scalability.</a:t>
            </a:r>
          </a:p>
          <a:p>
            <a:endParaRPr lang="en-US" dirty="0"/>
          </a:p>
          <a:p>
            <a:r>
              <a:rPr lang="en-US" b="1" dirty="0" err="1"/>
              <a:t>DetectGPT</a:t>
            </a:r>
            <a:r>
              <a:rPr lang="en-US" b="1" dirty="0"/>
              <a:t> (Mitchell et al., 2023)</a:t>
            </a:r>
            <a:endParaRPr lang="en-US" dirty="0"/>
          </a:p>
          <a:p>
            <a:r>
              <a:rPr lang="en-US" dirty="0"/>
              <a:t>measures how likelihood changes when perturbing text.</a:t>
            </a:r>
          </a:p>
          <a:p>
            <a:r>
              <a:rPr lang="en-US" dirty="0"/>
              <a:t>But computationally heavy due to multiple forward passes.</a:t>
            </a:r>
          </a:p>
          <a:p>
            <a:endParaRPr lang="en-US" dirty="0"/>
          </a:p>
          <a:p>
            <a:r>
              <a:rPr lang="en-US" b="1" dirty="0"/>
              <a:t>Fast-</a:t>
            </a:r>
            <a:r>
              <a:rPr lang="en-US" b="1" dirty="0" err="1"/>
              <a:t>DetectGPT</a:t>
            </a:r>
            <a:r>
              <a:rPr lang="en-US" b="1" dirty="0"/>
              <a:t> (Bao et al., 2024)</a:t>
            </a:r>
            <a:endParaRPr lang="en-US" dirty="0"/>
          </a:p>
          <a:p>
            <a:r>
              <a:rPr lang="en-US" dirty="0"/>
              <a:t>Optimizes </a:t>
            </a:r>
            <a:r>
              <a:rPr lang="en-US" dirty="0" err="1"/>
              <a:t>DetectGPT</a:t>
            </a:r>
            <a:r>
              <a:rPr lang="en-US" dirty="0"/>
              <a:t> via approximations → faster.</a:t>
            </a:r>
          </a:p>
          <a:p>
            <a:r>
              <a:rPr lang="en-US" dirty="0"/>
              <a:t>Still relies on probability curvature, not fully black-box.</a:t>
            </a:r>
          </a:p>
          <a:p>
            <a:endParaRPr lang="en-US" dirty="0"/>
          </a:p>
          <a:p>
            <a:r>
              <a:rPr lang="en-US" b="1" dirty="0"/>
              <a:t>DNA-GPT (Yang et al., 2023)</a:t>
            </a:r>
            <a:endParaRPr lang="en-US" dirty="0"/>
          </a:p>
          <a:p>
            <a:r>
              <a:rPr lang="en-US" dirty="0"/>
              <a:t>Truncates and regenerates text, measuring divergence.</a:t>
            </a:r>
          </a:p>
          <a:p>
            <a:r>
              <a:rPr lang="en-US" dirty="0"/>
              <a:t>But requires regeneration, which can be sensitive to prompts and adds compute cost.</a:t>
            </a:r>
          </a:p>
          <a:p>
            <a:endParaRPr lang="en-US" dirty="0"/>
          </a:p>
          <a:p>
            <a:r>
              <a:rPr lang="en-US" dirty="0"/>
              <a:t>So all of these work well where they’re designed — but struggle with </a:t>
            </a:r>
            <a:r>
              <a:rPr lang="en-US" b="1" dirty="0"/>
              <a:t>generalization, bias, or practicality</a:t>
            </a:r>
            <a:r>
              <a:rPr lang="en-US" dirty="0"/>
              <a:t>.</a:t>
            </a:r>
          </a:p>
          <a:p>
            <a:r>
              <a:rPr lang="en-US" dirty="0"/>
              <a:t>Now I’ll explain what Binoculars does differently.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D7B0F-1B84-40A7-84F3-E637010D2D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138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the key idea behind binoculars is actually pretty intuitive.</a:t>
            </a:r>
          </a:p>
          <a:p>
            <a:endParaRPr lang="en-US" dirty="0"/>
          </a:p>
          <a:p>
            <a:r>
              <a:rPr lang="en-US" dirty="0"/>
              <a:t>Binoculars compares how </a:t>
            </a:r>
            <a:r>
              <a:rPr lang="en-US" i="1" dirty="0"/>
              <a:t>two related language models</a:t>
            </a:r>
            <a:r>
              <a:rPr lang="en-US" dirty="0"/>
              <a:t> behave when you give them a text.</a:t>
            </a:r>
            <a:br>
              <a:rPr lang="en-US" dirty="0"/>
            </a:br>
            <a:r>
              <a:rPr lang="en-US" dirty="0"/>
              <a:t>If it </a:t>
            </a:r>
            <a:r>
              <a:rPr lang="en-US" i="1" dirty="0"/>
              <a:t>was</a:t>
            </a:r>
            <a:r>
              <a:rPr lang="en-US" dirty="0"/>
              <a:t> AI-generated, the models tend to behave similarly, so they basically ‘agree’.</a:t>
            </a:r>
            <a:br>
              <a:rPr lang="en-US" dirty="0"/>
            </a:br>
            <a:r>
              <a:rPr lang="en-US" dirty="0"/>
              <a:t>But if the text is human-written, there’s more variation, so their behavior diverges.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Observer</a:t>
            </a:r>
            <a:r>
              <a:rPr lang="en-US" dirty="0"/>
              <a:t> just evaluates the text like normal.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Performer</a:t>
            </a:r>
            <a:r>
              <a:rPr lang="en-US" dirty="0"/>
              <a:t>, on the other hand, acts </a:t>
            </a:r>
            <a:r>
              <a:rPr lang="en-US" i="1" dirty="0"/>
              <a:t>as if it’s trying to generate this text.</a:t>
            </a:r>
          </a:p>
          <a:p>
            <a:endParaRPr lang="en-US" i="1" dirty="0"/>
          </a:p>
          <a:p>
            <a:r>
              <a:rPr lang="en-US" dirty="0"/>
              <a:t>So they share architecture and tokenizer, that’s important , but they differ in their calibration, meaning </a:t>
            </a:r>
            <a:r>
              <a:rPr lang="en-US" i="1" dirty="0"/>
              <a:t>how confidently they predict tokens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D7B0F-1B84-40A7-84F3-E637010D2D0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3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Next, I’ll briefly explain how evaluation works in Binoculars, because understanding the score helps interpret all later results.</a:t>
            </a:r>
          </a:p>
          <a:p>
            <a:r>
              <a:rPr lang="en-US" dirty="0"/>
              <a:t>First, </a:t>
            </a:r>
            <a:r>
              <a:rPr lang="en-US" i="1" dirty="0"/>
              <a:t>perplexity</a:t>
            </a:r>
            <a:r>
              <a:rPr lang="en-US" dirty="0"/>
              <a:t> under the </a:t>
            </a:r>
            <a:r>
              <a:rPr lang="en-US" b="1" dirty="0"/>
              <a:t>observer model</a:t>
            </a:r>
            <a:r>
              <a:rPr lang="en-US" dirty="0"/>
              <a:t>  tells us how well the model predicts the next tokens of the text. Lower perplexity means the model finds the text natural or easy to predict.</a:t>
            </a:r>
          </a:p>
          <a:p>
            <a:endParaRPr lang="en-US" dirty="0"/>
          </a:p>
          <a:p>
            <a:r>
              <a:rPr lang="en-US" dirty="0"/>
              <a:t>Then, </a:t>
            </a:r>
            <a:r>
              <a:rPr lang="en-US" i="1" dirty="0"/>
              <a:t>cross-perplexity</a:t>
            </a:r>
            <a:r>
              <a:rPr lang="en-US" dirty="0"/>
              <a:t> is slightly different. We still use the observer model, but now we score the text based on the </a:t>
            </a:r>
            <a:r>
              <a:rPr lang="en-US" b="1" dirty="0"/>
              <a:t>performer model’s predicted distribution.</a:t>
            </a:r>
          </a:p>
          <a:p>
            <a:endParaRPr lang="en-US" b="1" dirty="0"/>
          </a:p>
          <a:p>
            <a:r>
              <a:rPr lang="en-US" dirty="0"/>
              <a:t>The </a:t>
            </a:r>
            <a:r>
              <a:rPr lang="en-US" b="1" dirty="0"/>
              <a:t>Binoculars Score</a:t>
            </a:r>
            <a:r>
              <a:rPr lang="en-US" dirty="0"/>
              <a:t> is just the log ratio between those two measures.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D7B0F-1B84-40A7-84F3-E637010D2D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528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that we’ve seen how the binoculars score is computed, here’s how we interpret it.</a:t>
            </a:r>
            <a:br>
              <a:rPr lang="en-US" dirty="0"/>
            </a:br>
            <a:r>
              <a:rPr lang="en-US" dirty="0"/>
              <a:t>If the score is </a:t>
            </a:r>
            <a:r>
              <a:rPr lang="en-US" b="1" dirty="0"/>
              <a:t>high</a:t>
            </a:r>
            <a:r>
              <a:rPr lang="en-US" dirty="0"/>
              <a:t>, that means the observer and the performer disagree more on the likelihood of the next token. In practice, this happens when the text is </a:t>
            </a:r>
            <a:r>
              <a:rPr lang="en-US" b="1" dirty="0"/>
              <a:t>human-generated</a:t>
            </a:r>
            <a:r>
              <a:rPr lang="en-US" dirty="0"/>
              <a:t>, because the performer struggles to mimic what a human would naturally write.</a:t>
            </a:r>
          </a:p>
          <a:p>
            <a:endParaRPr lang="en-US" dirty="0"/>
          </a:p>
          <a:p>
            <a:r>
              <a:rPr lang="en-US" dirty="0"/>
              <a:t>On the other hand, when the </a:t>
            </a:r>
            <a:r>
              <a:rPr lang="en-US" b="1" dirty="0"/>
              <a:t>score is low</a:t>
            </a:r>
            <a:r>
              <a:rPr lang="en-US" dirty="0"/>
              <a:t>, it means the performer and observer behave similarly — and this usually occurs with </a:t>
            </a:r>
            <a:r>
              <a:rPr lang="en-US" b="1" dirty="0"/>
              <a:t>machine-generated text</a:t>
            </a:r>
            <a:r>
              <a:rPr lang="en-US" dirty="0"/>
              <a:t>, since both models agree more closely on what the next token should 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D7B0F-1B84-40A7-84F3-E637010D2D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665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i="1" dirty="0"/>
              <a:t>the original Binoculars setup used batches of 8 × 2048 tokens. Due to GPU limitations, I reproduced the experiment using 2 batches of 1024 tokens instead. So that likely contributes to the discrepancies showed.”</a:t>
            </a:r>
            <a:endParaRPr lang="en-US" dirty="0"/>
          </a:p>
          <a:p>
            <a:r>
              <a:rPr lang="en-US" i="1" dirty="0"/>
              <a:t>“I evaluated the same three datasets from the paper — CC-News, CNN, and PubMed — and tested machine-generated text using both LLaMA-2-13B and Falcon-7B under a zero-shot setting, just as the original paper did.”</a:t>
            </a:r>
            <a:endParaRPr lang="en-US" dirty="0"/>
          </a:p>
          <a:p>
            <a:r>
              <a:rPr lang="en-US" i="1" dirty="0"/>
              <a:t>(Point to top right table)</a:t>
            </a:r>
            <a:br>
              <a:rPr lang="en-US" dirty="0"/>
            </a:br>
            <a:r>
              <a:rPr lang="en-US" i="1" dirty="0"/>
              <a:t>“These are Hans et al.’s results. You can see extremely high AUC and F1 scores — around 0.99 — and most importantly, strong TPR at a very strict threshold of 1% FPR, meaning the model was very precise even when trying to avoid false positives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___________________________________________________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AUC (Area Under ROC Curve)</a:t>
            </a:r>
            <a:endParaRPr lang="en-US" dirty="0"/>
          </a:p>
          <a:p>
            <a:pPr>
              <a:buNone/>
            </a:pPr>
            <a:r>
              <a:rPr lang="en-US" i="1" dirty="0"/>
              <a:t>How well the detector separates human vs. LLM text overall.</a:t>
            </a:r>
            <a:r>
              <a:rPr lang="en-US" dirty="0"/>
              <a:t> Think of it as: “If I randomly pick one human document and one machine-generated document, what is the probability the model correctly scores the machine-generated one higher?</a:t>
            </a:r>
          </a:p>
          <a:p>
            <a:r>
              <a:rPr lang="en-US" dirty="0"/>
              <a:t>Integrates </a:t>
            </a:r>
            <a:r>
              <a:rPr lang="en-US" b="1" dirty="0"/>
              <a:t>True Positive Rate (TPR)</a:t>
            </a:r>
            <a:r>
              <a:rPr lang="en-US" dirty="0"/>
              <a:t> vs </a:t>
            </a:r>
            <a:r>
              <a:rPr lang="en-US" b="1" dirty="0"/>
              <a:t>False Positive Rate (FPR)</a:t>
            </a:r>
            <a:r>
              <a:rPr lang="en-US" dirty="0"/>
              <a:t> across all thresholds.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F1 Score</a:t>
            </a:r>
            <a:endParaRPr lang="en-US" dirty="0"/>
          </a:p>
          <a:p>
            <a:pPr>
              <a:buNone/>
            </a:pPr>
            <a:r>
              <a:rPr lang="en-US" i="1" dirty="0"/>
              <a:t>Balance between catching machine-generated text and not falsely tagging human text.</a:t>
            </a:r>
            <a:r>
              <a:rPr lang="en-US" dirty="0"/>
              <a:t> Useful if someone asks "What if the model over-detects fake content?"</a:t>
            </a:r>
          </a:p>
          <a:p>
            <a:pPr>
              <a:buNone/>
            </a:pPr>
            <a:r>
              <a:rPr lang="en-US" dirty="0"/>
              <a:t>Harmonic mean of:</a:t>
            </a:r>
            <a:br>
              <a:rPr lang="en-US" dirty="0"/>
            </a:br>
            <a:r>
              <a:rPr lang="en-US" b="1" dirty="0"/>
              <a:t>Precision = TP / (TP + FP)</a:t>
            </a:r>
            <a:br>
              <a:rPr lang="en-US" dirty="0"/>
            </a:br>
            <a:r>
              <a:rPr lang="en-US" b="1" dirty="0"/>
              <a:t>Recall = TP / (TP + FN)</a:t>
            </a:r>
            <a:br>
              <a:rPr lang="en-US" dirty="0"/>
            </a:br>
            <a:r>
              <a:rPr lang="en-US" b="1" dirty="0"/>
              <a:t>F1 = 2 × (Precision × Recall) / (Precision + Recall)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TPR @ FPR = 0.01</a:t>
            </a:r>
            <a:endParaRPr lang="en-US" dirty="0"/>
          </a:p>
          <a:p>
            <a:r>
              <a:rPr lang="en-US" i="1" dirty="0"/>
              <a:t>“When I allow only </a:t>
            </a:r>
            <a:r>
              <a:rPr lang="en-US" b="1" i="1" dirty="0"/>
              <a:t>1% false alarms</a:t>
            </a:r>
            <a:r>
              <a:rPr lang="en-US" i="1" dirty="0"/>
              <a:t>, how often do I successfully detect LLM-generated text?”</a:t>
            </a:r>
            <a:r>
              <a:rPr lang="en-US" dirty="0"/>
              <a:t> Used because we want strict detection: very few false accusations of humans as machines.</a:t>
            </a:r>
          </a:p>
          <a:p>
            <a:r>
              <a:rPr lang="en-US" dirty="0"/>
              <a:t>At a fixed FPR threshold of 0.01 → Report </a:t>
            </a:r>
            <a:r>
              <a:rPr lang="en-US" b="1" dirty="0"/>
              <a:t>TPR (Recall)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Best Threshold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cutoff log-likelihood difference (cross-perplexity score) where F1 is maximal.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Used internally for classification, not typically emphasized in presentations.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buNone/>
            </a:pPr>
            <a:r>
              <a:rPr lang="en-US" b="1" dirty="0"/>
              <a:t>CC-News</a:t>
            </a:r>
            <a:endParaRPr lang="en-US" dirty="0"/>
          </a:p>
          <a:p>
            <a:pPr>
              <a:buNone/>
            </a:pPr>
            <a:r>
              <a:rPr lang="en-US" dirty="0"/>
              <a:t>From </a:t>
            </a:r>
            <a:r>
              <a:rPr lang="en-US" b="1" dirty="0"/>
              <a:t>Verma et al., 2024</a:t>
            </a:r>
            <a:r>
              <a:rPr lang="en-US" dirty="0"/>
              <a:t> (Binoculars references their benchmark).</a:t>
            </a:r>
          </a:p>
          <a:p>
            <a:pPr>
              <a:buNone/>
            </a:pPr>
            <a:r>
              <a:rPr lang="en-US" dirty="0"/>
              <a:t>General news articles.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b="1" dirty="0"/>
              <a:t>CNN/</a:t>
            </a:r>
            <a:r>
              <a:rPr lang="en-US" b="1" dirty="0" err="1"/>
              <a:t>DailyMail</a:t>
            </a:r>
            <a:endParaRPr lang="en-US" dirty="0"/>
          </a:p>
          <a:p>
            <a:r>
              <a:rPr lang="en-US" dirty="0"/>
              <a:t>Same — prior benchmark dataset for news summarization.</a:t>
            </a:r>
          </a:p>
          <a:p>
            <a:r>
              <a:rPr lang="en-US" dirty="0"/>
              <a:t>Shorter, clean news reporting.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b="1" dirty="0"/>
              <a:t>PubMed</a:t>
            </a:r>
            <a:endParaRPr lang="en-US" dirty="0"/>
          </a:p>
          <a:p>
            <a:r>
              <a:rPr lang="en-US" dirty="0"/>
              <a:t>Prior biomedical NLP datasets (also from Verma’s collection).</a:t>
            </a:r>
          </a:p>
          <a:p>
            <a:r>
              <a:rPr lang="en-US" dirty="0"/>
              <a:t>Academic/scientific domain texts.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D7B0F-1B84-40A7-84F3-E637010D2D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201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Binoculars paper found that performance drops significantly when tested on </a:t>
            </a:r>
            <a:r>
              <a:rPr lang="en-US" i="1" dirty="0"/>
              <a:t>non-English</a:t>
            </a:r>
            <a:r>
              <a:rPr lang="en-US" dirty="0"/>
              <a:t> datasets.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They identified two main causes: first, the lack of strong multilingual generators, and second, the need for detector models that are properly aligned in those languages — meaning the observer and performer need to be multilingual versions that share calibration.</a:t>
            </a:r>
          </a:p>
          <a:p>
            <a:endParaRPr lang="en-US" dirty="0"/>
          </a:p>
          <a:p>
            <a:r>
              <a:rPr lang="en-US" dirty="0"/>
              <a:t>For extension testing, I chose Haitian Creole. It’s a low-resource language influenced by French, Spanish, and various West African languages. It has very limited large-scale LLM training datasets, which makes it a meaningful test case.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Additionally, I’m a native speaker of Haitian Creole, which allowed me to perform more accurate data inspection, evaluate fluency, and judge whether generated samples were realistic or not.</a:t>
            </a:r>
          </a:p>
          <a:p>
            <a:endParaRPr lang="en-US" dirty="0"/>
          </a:p>
          <a:p>
            <a:r>
              <a:rPr lang="en-US" dirty="0"/>
              <a:t>The goal here was to explore whether Binoculars maintains detection performance in low-resource languages, and whether the issues the authors highlighted continue to hold true.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D7B0F-1B84-40A7-84F3-E637010D2D0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308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used </a:t>
            </a:r>
            <a:r>
              <a:rPr lang="en-US" i="1" dirty="0"/>
              <a:t>Aya 101 and GPT4</a:t>
            </a:r>
            <a:r>
              <a:rPr lang="en-US" dirty="0"/>
              <a:t> as generation models. I tested two generation methods with prompt, where the model was explicitly instructed to write in Haitian Creole, and without prompt, where the text was just passed for continuation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The original Binoculars paper used continuation </a:t>
            </a:r>
            <a:r>
              <a:rPr lang="en-US" i="1" dirty="0"/>
              <a:t>without prompting</a:t>
            </a:r>
            <a:r>
              <a:rPr lang="en-US" dirty="0"/>
              <a:t>, but because Haitian Creole is a low-resource language, I included a </a:t>
            </a:r>
            <a:r>
              <a:rPr lang="en-US" i="1" dirty="0"/>
              <a:t>with-prompt</a:t>
            </a:r>
            <a:r>
              <a:rPr lang="en-US" dirty="0"/>
              <a:t> condition to see whether explicitly asking the model to write in Creole would improve text quality ,and whether that would influence how well the detector can distinguish human versus machine-generated samples.</a:t>
            </a:r>
          </a:p>
          <a:p>
            <a:endParaRPr lang="en-US" dirty="0"/>
          </a:p>
          <a:p>
            <a:r>
              <a:rPr lang="en-US" dirty="0"/>
              <a:t>All texts were chunked into roughly 4,000 characters</a:t>
            </a:r>
          </a:p>
          <a:p>
            <a:endParaRPr lang="en-US" dirty="0"/>
          </a:p>
          <a:p>
            <a:r>
              <a:rPr lang="en-US" dirty="0"/>
              <a:t>I ran experiments across three text types: </a:t>
            </a:r>
            <a:r>
              <a:rPr lang="en-US" b="1" dirty="0"/>
              <a:t>news</a:t>
            </a:r>
            <a:r>
              <a:rPr lang="en-US" dirty="0"/>
              <a:t>, </a:t>
            </a:r>
            <a:r>
              <a:rPr lang="en-US" b="1" dirty="0"/>
              <a:t>poetry</a:t>
            </a:r>
            <a:r>
              <a:rPr lang="en-US" dirty="0"/>
              <a:t>, and </a:t>
            </a:r>
            <a:r>
              <a:rPr lang="en-US" b="1" dirty="0"/>
              <a:t>blogs/Reddit-style posts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Finally, for detection, I used the English-only </a:t>
            </a:r>
            <a:r>
              <a:rPr lang="en-US" i="1" dirty="0"/>
              <a:t>Falcon 7B base and instruct</a:t>
            </a:r>
            <a:r>
              <a:rPr lang="en-US" dirty="0"/>
              <a:t>, and also the multilingual </a:t>
            </a:r>
            <a:r>
              <a:rPr lang="en-US" i="1" dirty="0"/>
              <a:t>Falcon-H1 model to see if the results would differs greatly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D7B0F-1B84-40A7-84F3-E637010D2D0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41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Falcon 7B consistently performs best on GPT-4 non-prompted machine text, detecting more than 50% of machine-generated content at only 1% false positive tolerance in News and almost 46% in Blogs. Prompting significantly reduces detectability, especially in formal datasets like News and Essays. Aya101-generated texts were the most challenging to detect, due to weaker text structure or low-resource generation limitations even though HAITIAN is one of the languages it was trained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D7B0F-1B84-40A7-84F3-E637010D2D0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7889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though Falcon H1 improved F1 scores (better detection balance), its ability to detect machine text under strict error tolerance (TPR@0.01) remained low, suggesting that multilingual models alone are not sufficient for reliable detection in Haitian Creole. But it does show that perhaps with more training it could be more fruitful.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D7B0F-1B84-40A7-84F3-E637010D2D0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1233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future works can include some of the following from additional evals w multilingual models, additional lang, fine tuning if computationally feasible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D7B0F-1B84-40A7-84F3-E637010D2D0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20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041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46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26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016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03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381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02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49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080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2844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6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Camera lens">
            <a:extLst>
              <a:ext uri="{FF2B5EF4-FFF2-40B4-BE49-F238E27FC236}">
                <a16:creationId xmlns:a16="http://schemas.microsoft.com/office/drawing/2014/main" id="{60D367EB-574B-2A8C-EDBD-19F80E6B0AA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5661" b="10071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03230-2E79-9FBA-F58A-77A8E47AB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" y="985233"/>
            <a:ext cx="7190509" cy="335585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dirty="0">
                <a:solidFill>
                  <a:srgbClr val="FFFFFF"/>
                </a:solidFill>
              </a:rPr>
              <a:t>Binoculars</a:t>
            </a:r>
            <a:br>
              <a:rPr lang="en-US" sz="4700" dirty="0">
                <a:solidFill>
                  <a:srgbClr val="FFFFFF"/>
                </a:solidFill>
              </a:rPr>
            </a:br>
            <a:r>
              <a:rPr lang="en-US" sz="2400" dirty="0">
                <a:solidFill>
                  <a:srgbClr val="FFFFFF"/>
                </a:solidFill>
              </a:rPr>
              <a:t>Zero-Shot Detection of Machine Generated Text</a:t>
            </a:r>
            <a:br>
              <a:rPr lang="en-US" sz="4700" dirty="0">
                <a:solidFill>
                  <a:srgbClr val="FFFFFF"/>
                </a:solidFill>
              </a:rPr>
            </a:br>
            <a:endParaRPr lang="en-US" sz="47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46B633-2E78-4404-004E-24C452879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Angeline Dorvil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8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AC1CF5-5798-1F30-7789-530D4E264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Spotting LLMs With Binoculars: Zero-Shot Detection of Machine Generated Text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3464597-996C-AEB1-37E7-CF223228E7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9581318"/>
              </p:ext>
            </p:extLst>
          </p:nvPr>
        </p:nvGraphicFramePr>
        <p:xfrm>
          <a:off x="243841" y="2559050"/>
          <a:ext cx="11287168" cy="4085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8343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68C3FF-204E-B13A-A698-59E8F6FEB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n-US" dirty="0"/>
              <a:t>Motivation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Rectangle 1">
            <a:extLst>
              <a:ext uri="{FF2B5EF4-FFF2-40B4-BE49-F238E27FC236}">
                <a16:creationId xmlns:a16="http://schemas.microsoft.com/office/drawing/2014/main" id="{8B284A68-A0C5-4403-4F1B-9FFAAA6440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920479"/>
              </p:ext>
            </p:extLst>
          </p:nvPr>
        </p:nvGraphicFramePr>
        <p:xfrm>
          <a:off x="914400" y="2607561"/>
          <a:ext cx="10363200" cy="3690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83688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7A42B6-FD0A-6B52-2690-0D7EB03A0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n-US" dirty="0"/>
              <a:t>Related Works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28C7F5B-D5F0-D071-A3E2-8517AF4D6C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2262931"/>
              </p:ext>
            </p:extLst>
          </p:nvPr>
        </p:nvGraphicFramePr>
        <p:xfrm>
          <a:off x="914400" y="2607561"/>
          <a:ext cx="10363200" cy="3690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6878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A0D95B-FD01-B7B6-7976-4160686AB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4813069" cy="3919267"/>
          </a:xfrm>
        </p:spPr>
        <p:txBody>
          <a:bodyPr anchor="t">
            <a:normAutofit/>
          </a:bodyPr>
          <a:lstStyle/>
          <a:p>
            <a:r>
              <a:rPr lang="en-US" b="1" dirty="0"/>
              <a:t>Experimental Design</a:t>
            </a:r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4BABB3B-DD55-619E-1EBA-E6F43C9211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0859344"/>
              </p:ext>
            </p:extLst>
          </p:nvPr>
        </p:nvGraphicFramePr>
        <p:xfrm>
          <a:off x="914400" y="2607561"/>
          <a:ext cx="10363200" cy="3690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11125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3E73E-E989-EC48-7D49-206B09800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0FEBEC-8932-EE48-F5B0-0EBE3F5084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Perplexity (PP)</a:t>
                </a:r>
                <a:r>
                  <a:rPr lang="en-US" dirty="0"/>
                  <a:t> under observer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func>
                              <m:func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nary>
                                  <m:naryPr>
                                    <m:chr m:val="∑"/>
                                    <m:grow m:val="on"/>
                                    <m:subHide m:val="on"/>
                                    <m:supHide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</m:nary>
                              </m:fName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sub>
                                </m:sSub>
                              </m:e>
                            </m:func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ar-AE" dirty="0"/>
              </a:p>
              <a:p>
                <a:pPr marL="0" indent="0">
                  <a:buNone/>
                </a:pPr>
                <a:r>
                  <a:rPr lang="en-US" b="1" dirty="0"/>
                  <a:t>Cross–Perplexity</a:t>
                </a:r>
                <a:r>
                  <a:rPr lang="en-US" dirty="0"/>
                  <a:t> (performer’s predicted next tokens scored by observer)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←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func>
                              <m:func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nary>
                                  <m:naryPr>
                                    <m:chr m:val="∑"/>
                                    <m:grow m:val="on"/>
                                    <m:subHide m:val="on"/>
                                    <m:supHide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</m:nary>
                              </m:fName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sub>
                                </m:sSub>
                              </m:e>
                            </m:func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m:rPr>
                                    <m:nor/>
                                  </m:rPr>
                                  <a:rPr lang="en-US" i="1"/>
                                  <m:t>distribution</m:t>
                                </m:r>
                                <m:r>
                                  <m:rPr>
                                    <m:nor/>
                                  </m:rPr>
                                  <a:rPr lang="en-US" i="1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1"/>
                                  <m:t>from</m:t>
                                </m:r>
                                <m:r>
                                  <m:rPr>
                                    <m:nor/>
                                  </m:rPr>
                                  <a:rPr lang="en-US" i="1"/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Binoculars Score</a:t>
                </a:r>
                <a:endParaRPr lang="en-US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←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0FEBEC-8932-EE48-F5B0-0EBE3F508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60" t="-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0228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AFC9D0-8729-D958-5BD4-FEF3106E6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9715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Interpretation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9AA7464-1EB7-A869-C7D3-AA680BBA9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5347118B-04E4-5D94-E8CB-EA7DE509A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823" y="3229989"/>
            <a:ext cx="4659945" cy="376045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Pct val="87000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Machine text → P and O produce similar probabilities =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small divergence</a:t>
            </a:r>
          </a:p>
          <a:p>
            <a:pPr marL="0" marR="0" lvl="0" indent="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Pct val="87000"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Pct val="87000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Human text → P mismatches =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large divergence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Pct val="87000"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3A6807-00F6-4EB5-FAE2-95FDFBED58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3791612"/>
              </p:ext>
            </p:extLst>
          </p:nvPr>
        </p:nvGraphicFramePr>
        <p:xfrm>
          <a:off x="713232" y="3229989"/>
          <a:ext cx="5648194" cy="2375403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2031251">
                  <a:extLst>
                    <a:ext uri="{9D8B030D-6E8A-4147-A177-3AD203B41FA5}">
                      <a16:colId xmlns:a16="http://schemas.microsoft.com/office/drawing/2014/main" val="4214061073"/>
                    </a:ext>
                  </a:extLst>
                </a:gridCol>
                <a:gridCol w="3616943">
                  <a:extLst>
                    <a:ext uri="{9D8B030D-6E8A-4147-A177-3AD203B41FA5}">
                      <a16:colId xmlns:a16="http://schemas.microsoft.com/office/drawing/2014/main" val="3378779387"/>
                    </a:ext>
                  </a:extLst>
                </a:gridCol>
              </a:tblGrid>
              <a:tr h="791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none" spc="0" dirty="0">
                          <a:solidFill>
                            <a:schemeClr val="bg1"/>
                          </a:solidFill>
                        </a:rPr>
                        <a:t>Score</a:t>
                      </a:r>
                    </a:p>
                  </a:txBody>
                  <a:tcPr marL="217466" marR="393052" marT="167282" marB="167282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cap="none" spc="0" dirty="0">
                          <a:solidFill>
                            <a:schemeClr val="bg1"/>
                          </a:solidFill>
                        </a:rPr>
                        <a:t>Likely Source</a:t>
                      </a:r>
                    </a:p>
                  </a:txBody>
                  <a:tcPr marL="217466" marR="393052" marT="167282" marB="16728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724278"/>
                  </a:ext>
                </a:extLst>
              </a:tr>
              <a:tr h="791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🔺 High</a:t>
                      </a:r>
                    </a:p>
                  </a:txBody>
                  <a:tcPr marL="217466" marR="393052" marT="167282" marB="167282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Human-generated</a:t>
                      </a:r>
                    </a:p>
                  </a:txBody>
                  <a:tcPr marL="217466" marR="393052" marT="167282" marB="16728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57374"/>
                  </a:ext>
                </a:extLst>
              </a:tr>
              <a:tr h="791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🔻 Low</a:t>
                      </a:r>
                    </a:p>
                  </a:txBody>
                  <a:tcPr marL="217466" marR="393052" marT="167282" marB="167282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cap="none" spc="0" dirty="0">
                          <a:solidFill>
                            <a:schemeClr val="bg1"/>
                          </a:solidFill>
                        </a:rPr>
                        <a:t>Machine-generated</a:t>
                      </a:r>
                    </a:p>
                  </a:txBody>
                  <a:tcPr marL="217466" marR="393052" marT="167282" marB="16728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032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9473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F4DBE-8D43-5C66-66B9-77F87C840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5332615" cy="660862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Reproducibility Report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F489712D-E1C9-B7C3-BCFB-77D290E915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6760397"/>
              </p:ext>
            </p:extLst>
          </p:nvPr>
        </p:nvGraphicFramePr>
        <p:xfrm>
          <a:off x="567486" y="1640542"/>
          <a:ext cx="5737860" cy="41864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0F543F7-60B2-A74D-0C6B-738BD2B1D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528434"/>
              </p:ext>
            </p:extLst>
          </p:nvPr>
        </p:nvGraphicFramePr>
        <p:xfrm>
          <a:off x="7076973" y="4032095"/>
          <a:ext cx="4343400" cy="1949069"/>
        </p:xfrm>
        <a:graphic>
          <a:graphicData uri="http://schemas.openxmlformats.org/drawingml/2006/table">
            <a:tbl>
              <a:tblPr firstRow="1" bandRow="1"/>
              <a:tblGrid>
                <a:gridCol w="1028700">
                  <a:extLst>
                    <a:ext uri="{9D8B030D-6E8A-4147-A177-3AD203B41FA5}">
                      <a16:colId xmlns:a16="http://schemas.microsoft.com/office/drawing/2014/main" val="100745937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65009995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1939964170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1472863032"/>
                    </a:ext>
                  </a:extLst>
                </a:gridCol>
              </a:tblGrid>
              <a:tr h="343027">
                <a:tc gridSpan="4"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15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Reproduction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62197"/>
                  </a:ext>
                </a:extLst>
              </a:tr>
              <a:tr h="576961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Dataset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1" i="0" u="none" strike="noStrike" kern="120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AUC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1" i="0" u="none" strike="noStrike" kern="120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F1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1" i="0" u="none" strike="noStrike" kern="120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TPR@FPR=0.01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382915"/>
                  </a:ext>
                </a:extLst>
              </a:tr>
              <a:tr h="343027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CC-News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0.9817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0" i="0" u="none" strike="noStrike" kern="120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0.9517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0" i="0" u="none" strike="noStrike" kern="120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0.7263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886776"/>
                  </a:ext>
                </a:extLst>
              </a:tr>
              <a:tr h="343027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1" i="0" u="none" strike="noStrike" kern="120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CNN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0.9972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0.9789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0.9556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530402"/>
                  </a:ext>
                </a:extLst>
              </a:tr>
              <a:tr h="343027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1" i="0" u="none" strike="noStrike" kern="120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PubMed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0.9962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0" i="0" u="none" strike="noStrike" kern="120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0.9770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0.9549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331101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BF0B593-E538-5F29-869D-37E8348566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141300"/>
              </p:ext>
            </p:extLst>
          </p:nvPr>
        </p:nvGraphicFramePr>
        <p:xfrm>
          <a:off x="7076973" y="1057928"/>
          <a:ext cx="4343400" cy="1949069"/>
        </p:xfrm>
        <a:graphic>
          <a:graphicData uri="http://schemas.openxmlformats.org/drawingml/2006/table">
            <a:tbl>
              <a:tblPr firstRow="1" bandRow="1"/>
              <a:tblGrid>
                <a:gridCol w="1028700">
                  <a:extLst>
                    <a:ext uri="{9D8B030D-6E8A-4147-A177-3AD203B41FA5}">
                      <a16:colId xmlns:a16="http://schemas.microsoft.com/office/drawing/2014/main" val="1353370356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9220499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456831401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819449558"/>
                    </a:ext>
                  </a:extLst>
                </a:gridCol>
              </a:tblGrid>
              <a:tr h="343027">
                <a:tc gridSpan="4"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buNone/>
                      </a:pPr>
                      <a:r>
                        <a:rPr lang="en-US" sz="16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Hans et al</a:t>
                      </a:r>
                      <a:r>
                        <a:rPr lang="en-US" sz="15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.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651257"/>
                  </a:ext>
                </a:extLst>
              </a:tr>
              <a:tr h="576961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Dataset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AUC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F1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TPR@FPR=0.01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448164"/>
                  </a:ext>
                </a:extLst>
              </a:tr>
              <a:tr h="343027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CC-News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0.9992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0.9821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0.978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799054"/>
                  </a:ext>
                </a:extLst>
              </a:tr>
              <a:tr h="343027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CNN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0.9985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0.9813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0.965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255023"/>
                  </a:ext>
                </a:extLst>
              </a:tr>
              <a:tr h="343027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PubMed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0.9959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0.9794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5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ndview Display" panose="020B0502040204020203" pitchFamily="34" charset="0"/>
                        </a:rPr>
                        <a:t>0.942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978" marR="77978" marT="38989" marB="38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161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4469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9D2F4-7DBC-C999-CA02-E1C97514C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Extension: Evaluating Binoculars in a Low Resource Language (Haitian Creole)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C7C666A-D2A4-0456-50AF-0EFC7046AD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6454273"/>
              </p:ext>
            </p:extLst>
          </p:nvPr>
        </p:nvGraphicFramePr>
        <p:xfrm>
          <a:off x="640080" y="2923836"/>
          <a:ext cx="9674443" cy="29854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13145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A0621-EC69-9751-DB3E-67888882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Set-up</a:t>
            </a:r>
            <a:endParaRPr lang="en-US" dirty="0"/>
          </a:p>
        </p:txBody>
      </p:sp>
      <p:graphicFrame>
        <p:nvGraphicFramePr>
          <p:cNvPr id="14" name="Rectangle 1">
            <a:extLst>
              <a:ext uri="{FF2B5EF4-FFF2-40B4-BE49-F238E27FC236}">
                <a16:creationId xmlns:a16="http://schemas.microsoft.com/office/drawing/2014/main" id="{841DCD85-5DFC-187C-7274-F09FB248D1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7290193"/>
              </p:ext>
            </p:extLst>
          </p:nvPr>
        </p:nvGraphicFramePr>
        <p:xfrm>
          <a:off x="461357" y="1423563"/>
          <a:ext cx="11459095" cy="49552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31096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CE5886-44C7-E86E-87A9-F33423163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Results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BE05156-06A3-28F7-04BA-F720CCE9A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304333"/>
              </p:ext>
            </p:extLst>
          </p:nvPr>
        </p:nvGraphicFramePr>
        <p:xfrm>
          <a:off x="4551816" y="1031001"/>
          <a:ext cx="6872101" cy="4873415"/>
        </p:xfrm>
        <a:graphic>
          <a:graphicData uri="http://schemas.openxmlformats.org/drawingml/2006/table">
            <a:tbl>
              <a:tblPr firstRow="1" bandRow="1"/>
              <a:tblGrid>
                <a:gridCol w="1379290">
                  <a:extLst>
                    <a:ext uri="{9D8B030D-6E8A-4147-A177-3AD203B41FA5}">
                      <a16:colId xmlns:a16="http://schemas.microsoft.com/office/drawing/2014/main" val="2458046283"/>
                    </a:ext>
                  </a:extLst>
                </a:gridCol>
                <a:gridCol w="1927110">
                  <a:extLst>
                    <a:ext uri="{9D8B030D-6E8A-4147-A177-3AD203B41FA5}">
                      <a16:colId xmlns:a16="http://schemas.microsoft.com/office/drawing/2014/main" val="1596725939"/>
                    </a:ext>
                  </a:extLst>
                </a:gridCol>
                <a:gridCol w="956251">
                  <a:extLst>
                    <a:ext uri="{9D8B030D-6E8A-4147-A177-3AD203B41FA5}">
                      <a16:colId xmlns:a16="http://schemas.microsoft.com/office/drawing/2014/main" val="1825205305"/>
                    </a:ext>
                  </a:extLst>
                </a:gridCol>
                <a:gridCol w="849730">
                  <a:extLst>
                    <a:ext uri="{9D8B030D-6E8A-4147-A177-3AD203B41FA5}">
                      <a16:colId xmlns:a16="http://schemas.microsoft.com/office/drawing/2014/main" val="3130604528"/>
                    </a:ext>
                  </a:extLst>
                </a:gridCol>
                <a:gridCol w="1759720">
                  <a:extLst>
                    <a:ext uri="{9D8B030D-6E8A-4147-A177-3AD203B41FA5}">
                      <a16:colId xmlns:a16="http://schemas.microsoft.com/office/drawing/2014/main" val="1953702391"/>
                    </a:ext>
                  </a:extLst>
                </a:gridCol>
              </a:tblGrid>
              <a:tr h="473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Dataset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 Type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AUC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F1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TPR@0.01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016772"/>
                  </a:ext>
                </a:extLst>
              </a:tr>
              <a:tr h="648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News</a:t>
                      </a:r>
                      <a:endParaRPr lang="en-US" sz="1700"/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Aya101 </a:t>
                      </a:r>
                      <a:r>
                        <a:rPr lang="en-US" sz="1700" b="0" dirty="0"/>
                        <a:t>Non-Prompted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0.263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0.665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0.153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45467"/>
                  </a:ext>
                </a:extLst>
              </a:tr>
              <a:tr h="6486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700"/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u="none"/>
                        <a:t>GPT4 </a:t>
                      </a:r>
                      <a:r>
                        <a:rPr lang="en-US" sz="1700" b="1"/>
                        <a:t>Non-Prompted</a:t>
                      </a:r>
                      <a:endParaRPr lang="en-US" sz="1700" u="none"/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u="sng"/>
                        <a:t>0.864</a:t>
                      </a:r>
                      <a:endParaRPr lang="en-US" sz="1700" u="sng"/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u="sng"/>
                        <a:t>0.803</a:t>
                      </a:r>
                      <a:endParaRPr lang="en-US" sz="1700" u="sng"/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u="sng"/>
                        <a:t>0.549</a:t>
                      </a:r>
                      <a:endParaRPr lang="en-US" sz="1700" u="sng"/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702149"/>
                  </a:ext>
                </a:extLst>
              </a:tr>
              <a:tr h="38566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700"/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GPT4 </a:t>
                      </a:r>
                      <a:r>
                        <a:rPr lang="en-US" sz="1700" b="0" dirty="0"/>
                        <a:t>Prompted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0.779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0.724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0.208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911264"/>
                  </a:ext>
                </a:extLst>
              </a:tr>
              <a:tr h="648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Essays</a:t>
                      </a:r>
                      <a:endParaRPr lang="en-US" sz="1700"/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/>
                        <a:t>Aya101 Non-Prompted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0.479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0.663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0.210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166532"/>
                  </a:ext>
                </a:extLst>
              </a:tr>
              <a:tr h="6486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700"/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u="none"/>
                        <a:t>GPT4 </a:t>
                      </a:r>
                      <a:r>
                        <a:rPr lang="en-US" sz="1700" b="1"/>
                        <a:t>Non-Prompted</a:t>
                      </a:r>
                      <a:endParaRPr lang="en-US" sz="1700" u="none"/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u="sng"/>
                        <a:t>0.824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u="sng"/>
                        <a:t>0.757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u="sng"/>
                        <a:t>0.289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531498"/>
                  </a:ext>
                </a:extLst>
              </a:tr>
              <a:tr h="38566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700"/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GPT4 </a:t>
                      </a:r>
                      <a:r>
                        <a:rPr lang="en-US" sz="1700" b="0" dirty="0"/>
                        <a:t>Prompted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0.753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0.715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0.081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184586"/>
                  </a:ext>
                </a:extLst>
              </a:tr>
              <a:tr h="648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Blogs</a:t>
                      </a:r>
                      <a:endParaRPr lang="en-US" sz="1700"/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GPT4 Non-Prompted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0.886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0.812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u="sng"/>
                        <a:t>0.458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852007"/>
                  </a:ext>
                </a:extLst>
              </a:tr>
              <a:tr h="38566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700"/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GPT4 Prompted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u="sng"/>
                        <a:t>0.918</a:t>
                      </a:r>
                      <a:endParaRPr lang="en-US" sz="1700" u="sng"/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u="sng"/>
                        <a:t>0.843</a:t>
                      </a:r>
                      <a:endParaRPr lang="en-US" sz="1700" u="sng"/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0.426</a:t>
                      </a:r>
                    </a:p>
                  </a:txBody>
                  <a:tcPr marL="87651" marR="87651" marT="43826" marB="43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015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3084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008229-0734-6269-F398-E9F8273F8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DA0F23-8BF8-D790-DE31-0D4A7FCFD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/>
              <a:t>Results</a:t>
            </a:r>
            <a:br>
              <a:rPr lang="en-US" sz="4400" dirty="0"/>
            </a:br>
            <a:br>
              <a:rPr lang="en-US" sz="4400" dirty="0"/>
            </a:br>
            <a:r>
              <a:rPr lang="en-US" sz="4400" b="0" dirty="0"/>
              <a:t>1x1024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A68C83-181B-2739-0186-4774E4E94A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5819010"/>
              </p:ext>
            </p:extLst>
          </p:nvPr>
        </p:nvGraphicFramePr>
        <p:xfrm>
          <a:off x="4444723" y="1200832"/>
          <a:ext cx="7086287" cy="4533749"/>
        </p:xfrm>
        <a:graphic>
          <a:graphicData uri="http://schemas.openxmlformats.org/drawingml/2006/table">
            <a:tbl>
              <a:tblPr firstRow="1" bandRow="1"/>
              <a:tblGrid>
                <a:gridCol w="1519911">
                  <a:extLst>
                    <a:ext uri="{9D8B030D-6E8A-4147-A177-3AD203B41FA5}">
                      <a16:colId xmlns:a16="http://schemas.microsoft.com/office/drawing/2014/main" val="571554749"/>
                    </a:ext>
                  </a:extLst>
                </a:gridCol>
                <a:gridCol w="1440540">
                  <a:extLst>
                    <a:ext uri="{9D8B030D-6E8A-4147-A177-3AD203B41FA5}">
                      <a16:colId xmlns:a16="http://schemas.microsoft.com/office/drawing/2014/main" val="1919922475"/>
                    </a:ext>
                  </a:extLst>
                </a:gridCol>
                <a:gridCol w="1415045">
                  <a:extLst>
                    <a:ext uri="{9D8B030D-6E8A-4147-A177-3AD203B41FA5}">
                      <a16:colId xmlns:a16="http://schemas.microsoft.com/office/drawing/2014/main" val="4241754221"/>
                    </a:ext>
                  </a:extLst>
                </a:gridCol>
                <a:gridCol w="1282997">
                  <a:extLst>
                    <a:ext uri="{9D8B030D-6E8A-4147-A177-3AD203B41FA5}">
                      <a16:colId xmlns:a16="http://schemas.microsoft.com/office/drawing/2014/main" val="142291683"/>
                    </a:ext>
                  </a:extLst>
                </a:gridCol>
                <a:gridCol w="1427794">
                  <a:extLst>
                    <a:ext uri="{9D8B030D-6E8A-4147-A177-3AD203B41FA5}">
                      <a16:colId xmlns:a16="http://schemas.microsoft.com/office/drawing/2014/main" val="810640447"/>
                    </a:ext>
                  </a:extLst>
                </a:gridCol>
              </a:tblGrid>
              <a:tr h="732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Generation Source</a:t>
                      </a:r>
                      <a:endParaRPr lang="en-US" sz="190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</a:t>
                      </a:r>
                      <a:endParaRPr lang="en-US" sz="190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ROC AUC</a:t>
                      </a:r>
                      <a:endParaRPr lang="en-US" sz="190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F1</a:t>
                      </a:r>
                      <a:endParaRPr lang="en-US" sz="190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TPR @ 0.01 FPR</a:t>
                      </a:r>
                      <a:endParaRPr lang="en-US" sz="190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979708"/>
                  </a:ext>
                </a:extLst>
              </a:tr>
              <a:tr h="732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GPT4 Prompted</a:t>
                      </a:r>
                      <a:endParaRPr lang="en-US" sz="1900"/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Falcon 7B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/>
                        <a:t>0.7794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/>
                        <a:t>0.03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/>
                        <a:t>1.75%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17445"/>
                  </a:ext>
                </a:extLst>
              </a:tr>
              <a:tr h="43555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900" dirty="0"/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Falcon H1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u="sng"/>
                        <a:t>0.7692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u="sng"/>
                        <a:t>0.47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u="sng"/>
                        <a:t>1.08%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63729"/>
                  </a:ext>
                </a:extLst>
              </a:tr>
              <a:tr h="732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GPT4 Non-Prompted</a:t>
                      </a:r>
                      <a:endParaRPr lang="en-US" sz="1900"/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Falcon 7B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u="sng"/>
                        <a:t>0.8644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/>
                        <a:t>0.47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u="sng"/>
                        <a:t>35.09%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838873"/>
                  </a:ext>
                </a:extLst>
              </a:tr>
              <a:tr h="43555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900"/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/>
                        <a:t>Falcon H1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/>
                        <a:t>0.7678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u="sng"/>
                        <a:t>0.62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/>
                        <a:t>11.61%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504020"/>
                  </a:ext>
                </a:extLst>
              </a:tr>
              <a:tr h="1029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Aya101 Non-Prompted</a:t>
                      </a:r>
                      <a:endParaRPr lang="en-US" sz="1900"/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Falcon 7B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/>
                        <a:t>0.2628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/>
                        <a:t>0.23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u="sng"/>
                        <a:t>13.16%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342870"/>
                  </a:ext>
                </a:extLst>
              </a:tr>
              <a:tr h="43555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900"/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Falcon H1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u="sng"/>
                        <a:t>0.3060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u="sng"/>
                        <a:t>0.24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 dirty="0"/>
                        <a:t>10.31%</a:t>
                      </a:r>
                    </a:p>
                  </a:txBody>
                  <a:tcPr marL="98990" marR="98990" marT="49495" marB="49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734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2697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E08B2B-6E57-5E54-85AF-DBA3AE472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US" dirty="0"/>
              <a:t>Future Work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B8DB0F-4CC8-62F8-71D6-2C20505AA6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2407004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99855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45C113-5EFB-7F7B-5B74-397F0CF82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US" dirty="0"/>
              <a:t>Fini.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B9A5B7-63D9-653D-D5BF-4DAE695302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751524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921756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2529</Words>
  <Application>Microsoft Office PowerPoint</Application>
  <PresentationFormat>Widescreen</PresentationFormat>
  <Paragraphs>326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Cambria Math</vt:lpstr>
      <vt:lpstr>Courier New</vt:lpstr>
      <vt:lpstr>Grandview Display</vt:lpstr>
      <vt:lpstr>DashVTI</vt:lpstr>
      <vt:lpstr>Binoculars Zero-Shot Detection of Machine Generated Text </vt:lpstr>
      <vt:lpstr>Spotting LLMs With Binoculars: Zero-Shot Detection of Machine Generated Text</vt:lpstr>
      <vt:lpstr>Motivation</vt:lpstr>
      <vt:lpstr>Related Works</vt:lpstr>
      <vt:lpstr>Experimental Design</vt:lpstr>
      <vt:lpstr>Evaluation</vt:lpstr>
      <vt:lpstr>Interpretation </vt:lpstr>
      <vt:lpstr>Reproducibility Report</vt:lpstr>
      <vt:lpstr>Extension: Evaluating Binoculars in a Low Resource Language (Haitian Creole)</vt:lpstr>
      <vt:lpstr>Set-up</vt:lpstr>
      <vt:lpstr>Results</vt:lpstr>
      <vt:lpstr>Results  1x1024</vt:lpstr>
      <vt:lpstr>Future Work</vt:lpstr>
      <vt:lpstr>Fini.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angeline dorvil</dc:creator>
  <cp:lastModifiedBy>angeline dorvil</cp:lastModifiedBy>
  <cp:revision>27</cp:revision>
  <dcterms:created xsi:type="dcterms:W3CDTF">2025-11-22T00:49:28Z</dcterms:created>
  <dcterms:modified xsi:type="dcterms:W3CDTF">2025-11-25T05:02:55Z</dcterms:modified>
</cp:coreProperties>
</file>